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79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9" r:id="rId10"/>
    <p:sldId id="290" r:id="rId11"/>
    <p:sldId id="29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E8053-3504-4AA3-B36D-B7985AA7B859}" v="1" dt="2026-10-12T17:20:49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 Gabriela Torres Torres" userId="209a20f1-8d95-4def-aeab-2ba6158eea0e" providerId="ADAL" clId="{558DF02B-8A16-4A05-AC13-453476C2AB40}"/>
    <pc:docChg chg="undo custSel addSld delSld modSld sldOrd">
      <pc:chgData name="Monica Gabriela Torres Torres" userId="209a20f1-8d95-4def-aeab-2ba6158eea0e" providerId="ADAL" clId="{558DF02B-8A16-4A05-AC13-453476C2AB40}" dt="2026-10-12T17:58:36.596" v="1133" actId="14100"/>
      <pc:docMkLst>
        <pc:docMk/>
      </pc:docMkLst>
      <pc:sldChg chg="addSp delSp modSp mod modTransition delAnim modAnim modNotesTx">
        <pc:chgData name="Monica Gabriela Torres Torres" userId="209a20f1-8d95-4def-aeab-2ba6158eea0e" providerId="ADAL" clId="{558DF02B-8A16-4A05-AC13-453476C2AB40}" dt="2026-10-12T17:03:02.255" v="209" actId="20577"/>
        <pc:sldMkLst>
          <pc:docMk/>
          <pc:sldMk cId="4214076235" sldId="279"/>
        </pc:sldMkLst>
        <pc:spChg chg="add mod">
          <ac:chgData name="Monica Gabriela Torres Torres" userId="209a20f1-8d95-4def-aeab-2ba6158eea0e" providerId="ADAL" clId="{558DF02B-8A16-4A05-AC13-453476C2AB40}" dt="2026-10-12T17:03:02.255" v="209" actId="20577"/>
          <ac:spMkLst>
            <pc:docMk/>
            <pc:sldMk cId="4214076235" sldId="279"/>
            <ac:spMk id="3" creationId="{1ACA409E-4C59-F073-334C-063F0922AC16}"/>
          </ac:spMkLst>
        </pc:spChg>
        <pc:spChg chg="mod">
          <ac:chgData name="Monica Gabriela Torres Torres" userId="209a20f1-8d95-4def-aeab-2ba6158eea0e" providerId="ADAL" clId="{558DF02B-8A16-4A05-AC13-453476C2AB40}" dt="2026-10-12T17:01:32.462" v="173" actId="20577"/>
          <ac:spMkLst>
            <pc:docMk/>
            <pc:sldMk cId="4214076235" sldId="279"/>
            <ac:spMk id="12" creationId="{F0721B6B-A316-E237-FF45-8AFAA90A9BE3}"/>
          </ac:spMkLst>
        </pc:spChg>
        <pc:picChg chg="add del mod">
          <ac:chgData name="Monica Gabriela Torres Torres" userId="209a20f1-8d95-4def-aeab-2ba6158eea0e" providerId="ADAL" clId="{558DF02B-8A16-4A05-AC13-453476C2AB40}" dt="2026-10-12T17:00:14.242" v="106" actId="478"/>
          <ac:picMkLst>
            <pc:docMk/>
            <pc:sldMk cId="4214076235" sldId="279"/>
            <ac:picMk id="30" creationId="{93ABBD0D-4038-6A7F-1F94-D9BD3A337F27}"/>
          </ac:picMkLst>
        </pc:picChg>
      </pc:sldChg>
      <pc:sldChg chg="addSp delSp modSp mod modTransition delAnim modAnim modNotesTx">
        <pc:chgData name="Monica Gabriela Torres Torres" userId="209a20f1-8d95-4def-aeab-2ba6158eea0e" providerId="ADAL" clId="{558DF02B-8A16-4A05-AC13-453476C2AB40}" dt="2026-10-12T17:07:22.833" v="247" actId="403"/>
        <pc:sldMkLst>
          <pc:docMk/>
          <pc:sldMk cId="4287473495" sldId="281"/>
        </pc:sldMkLst>
        <pc:spChg chg="add del mod">
          <ac:chgData name="Monica Gabriela Torres Torres" userId="209a20f1-8d95-4def-aeab-2ba6158eea0e" providerId="ADAL" clId="{558DF02B-8A16-4A05-AC13-453476C2AB40}" dt="2026-10-12T17:06:34.386" v="241" actId="478"/>
          <ac:spMkLst>
            <pc:docMk/>
            <pc:sldMk cId="4287473495" sldId="281"/>
            <ac:spMk id="3" creationId="{88312214-7BAF-6142-98B4-3A0511DD5F00}"/>
          </ac:spMkLst>
        </pc:spChg>
        <pc:spChg chg="mod">
          <ac:chgData name="Monica Gabriela Torres Torres" userId="209a20f1-8d95-4def-aeab-2ba6158eea0e" providerId="ADAL" clId="{558DF02B-8A16-4A05-AC13-453476C2AB40}" dt="2026-10-12T17:06:28.213" v="240" actId="20577"/>
          <ac:spMkLst>
            <pc:docMk/>
            <pc:sldMk cId="4287473495" sldId="281"/>
            <ac:spMk id="4" creationId="{1E82211C-3CFF-81A0-5013-B38302F4B14C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5" creationId="{BA1CAB79-B7A8-5C6E-602B-EC5B434EE81A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7" creationId="{819877EF-F748-1391-A07B-77E0DC1C2C06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8" creationId="{062F8C7C-5EF9-C63B-D387-8EE0F5F96134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9" creationId="{9504D56A-3F5D-0B13-4C3A-1A24FDEB514D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10" creationId="{ED803B53-44CD-670F-D8E9-61DCA771F466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11" creationId="{28F7E0BD-6B98-70A8-EA45-1AEF7995699A}"/>
          </ac:spMkLst>
        </pc:spChg>
        <pc:spChg chg="del">
          <ac:chgData name="Monica Gabriela Torres Torres" userId="209a20f1-8d95-4def-aeab-2ba6158eea0e" providerId="ADAL" clId="{558DF02B-8A16-4A05-AC13-453476C2AB40}" dt="2026-10-12T17:01:53.536" v="183" actId="478"/>
          <ac:spMkLst>
            <pc:docMk/>
            <pc:sldMk cId="4287473495" sldId="281"/>
            <ac:spMk id="12" creationId="{979D750B-CCD3-8E4E-140A-BFD12234C559}"/>
          </ac:spMkLst>
        </pc:spChg>
        <pc:spChg chg="add mod">
          <ac:chgData name="Monica Gabriela Torres Torres" userId="209a20f1-8d95-4def-aeab-2ba6158eea0e" providerId="ADAL" clId="{558DF02B-8A16-4A05-AC13-453476C2AB40}" dt="2026-10-12T17:06:46.628" v="242" actId="2711"/>
          <ac:spMkLst>
            <pc:docMk/>
            <pc:sldMk cId="4287473495" sldId="281"/>
            <ac:spMk id="13" creationId="{C1F465A5-EF97-A484-1842-B9ED83011801}"/>
          </ac:spMkLst>
        </pc:spChg>
        <pc:spChg chg="add mod">
          <ac:chgData name="Monica Gabriela Torres Torres" userId="209a20f1-8d95-4def-aeab-2ba6158eea0e" providerId="ADAL" clId="{558DF02B-8A16-4A05-AC13-453476C2AB40}" dt="2026-10-12T17:06:55.109" v="243" actId="2711"/>
          <ac:spMkLst>
            <pc:docMk/>
            <pc:sldMk cId="4287473495" sldId="281"/>
            <ac:spMk id="15" creationId="{126B3675-7C8A-0771-F1E3-53DAAD30FD06}"/>
          </ac:spMkLst>
        </pc:spChg>
        <pc:spChg chg="add mod">
          <ac:chgData name="Monica Gabriela Torres Torres" userId="209a20f1-8d95-4def-aeab-2ba6158eea0e" providerId="ADAL" clId="{558DF02B-8A16-4A05-AC13-453476C2AB40}" dt="2026-10-12T17:07:22.833" v="247" actId="403"/>
          <ac:spMkLst>
            <pc:docMk/>
            <pc:sldMk cId="4287473495" sldId="281"/>
            <ac:spMk id="19" creationId="{75657766-36AC-683E-83B9-BA1DAAADA387}"/>
          </ac:spMkLst>
        </pc:spChg>
        <pc:picChg chg="add">
          <ac:chgData name="Monica Gabriela Torres Torres" userId="209a20f1-8d95-4def-aeab-2ba6158eea0e" providerId="ADAL" clId="{558DF02B-8A16-4A05-AC13-453476C2AB40}" dt="2026-10-12T17:06:09.879" v="210" actId="22"/>
          <ac:picMkLst>
            <pc:docMk/>
            <pc:sldMk cId="4287473495" sldId="281"/>
            <ac:picMk id="17" creationId="{8F73479B-2712-99B7-169F-089B60BBF2F5}"/>
          </ac:picMkLst>
        </pc:picChg>
        <pc:picChg chg="add del mod">
          <ac:chgData name="Monica Gabriela Torres Torres" userId="209a20f1-8d95-4def-aeab-2ba6158eea0e" providerId="ADAL" clId="{558DF02B-8A16-4A05-AC13-453476C2AB40}" dt="2026-10-12T17:01:53.536" v="183" actId="478"/>
          <ac:picMkLst>
            <pc:docMk/>
            <pc:sldMk cId="4287473495" sldId="281"/>
            <ac:picMk id="22" creationId="{25F283E7-0690-79B8-32B1-38D74FDD0DF7}"/>
          </ac:picMkLst>
        </pc:picChg>
      </pc:sldChg>
      <pc:sldChg chg="new del">
        <pc:chgData name="Monica Gabriela Torres Torres" userId="209a20f1-8d95-4def-aeab-2ba6158eea0e" providerId="ADAL" clId="{558DF02B-8A16-4A05-AC13-453476C2AB40}" dt="2026-10-12T17:02:08.763" v="187" actId="680"/>
        <pc:sldMkLst>
          <pc:docMk/>
          <pc:sldMk cId="367028012" sldId="282"/>
        </pc:sldMkLst>
      </pc:sldChg>
      <pc:sldChg chg="addSp delSp modSp add mod">
        <pc:chgData name="Monica Gabriela Torres Torres" userId="209a20f1-8d95-4def-aeab-2ba6158eea0e" providerId="ADAL" clId="{558DF02B-8A16-4A05-AC13-453476C2AB40}" dt="2026-10-12T17:47:15.951" v="1091" actId="14100"/>
        <pc:sldMkLst>
          <pc:docMk/>
          <pc:sldMk cId="597156056" sldId="282"/>
        </pc:sldMkLst>
        <pc:spChg chg="add del mod">
          <ac:chgData name="Monica Gabriela Torres Torres" userId="209a20f1-8d95-4def-aeab-2ba6158eea0e" providerId="ADAL" clId="{558DF02B-8A16-4A05-AC13-453476C2AB40}" dt="2026-10-12T17:10:00.166" v="280" actId="478"/>
          <ac:spMkLst>
            <pc:docMk/>
            <pc:sldMk cId="597156056" sldId="282"/>
            <ac:spMk id="3" creationId="{28DEB6BA-09CB-FC21-9D96-C22B1D94E907}"/>
          </ac:spMkLst>
        </pc:spChg>
        <pc:spChg chg="add mod">
          <ac:chgData name="Monica Gabriela Torres Torres" userId="209a20f1-8d95-4def-aeab-2ba6158eea0e" providerId="ADAL" clId="{558DF02B-8A16-4A05-AC13-453476C2AB40}" dt="2026-10-12T17:47:15.951" v="1091" actId="14100"/>
          <ac:spMkLst>
            <pc:docMk/>
            <pc:sldMk cId="597156056" sldId="282"/>
            <ac:spMk id="3" creationId="{7E83194D-8BDF-BA81-561D-5E7171E60DB5}"/>
          </ac:spMkLst>
        </pc:spChg>
        <pc:spChg chg="mod">
          <ac:chgData name="Monica Gabriela Torres Torres" userId="209a20f1-8d95-4def-aeab-2ba6158eea0e" providerId="ADAL" clId="{558DF02B-8A16-4A05-AC13-453476C2AB40}" dt="2026-10-12T17:10:02.489" v="281" actId="313"/>
          <ac:spMkLst>
            <pc:docMk/>
            <pc:sldMk cId="597156056" sldId="282"/>
            <ac:spMk id="4" creationId="{A604E386-1C1B-7239-9413-5B51EF8F9A76}"/>
          </ac:spMkLst>
        </pc:spChg>
        <pc:spChg chg="add mod">
          <ac:chgData name="Monica Gabriela Torres Torres" userId="209a20f1-8d95-4def-aeab-2ba6158eea0e" providerId="ADAL" clId="{558DF02B-8A16-4A05-AC13-453476C2AB40}" dt="2026-10-12T17:12:10.149" v="302" actId="255"/>
          <ac:spMkLst>
            <pc:docMk/>
            <pc:sldMk cId="597156056" sldId="282"/>
            <ac:spMk id="6" creationId="{FB7F51CE-8CF9-ADC9-E84A-72D13AC5B5D0}"/>
          </ac:spMkLst>
        </pc:spChg>
        <pc:spChg chg="add mod">
          <ac:chgData name="Monica Gabriela Torres Torres" userId="209a20f1-8d95-4def-aeab-2ba6158eea0e" providerId="ADAL" clId="{558DF02B-8A16-4A05-AC13-453476C2AB40}" dt="2026-10-12T17:11:39.381" v="296" actId="404"/>
          <ac:spMkLst>
            <pc:docMk/>
            <pc:sldMk cId="597156056" sldId="282"/>
            <ac:spMk id="8" creationId="{7AA48D0F-35FA-4B5C-830F-423CDB14EEB8}"/>
          </ac:spMkLst>
        </pc:spChg>
        <pc:spChg chg="add mod">
          <ac:chgData name="Monica Gabriela Torres Torres" userId="209a20f1-8d95-4def-aeab-2ba6158eea0e" providerId="ADAL" clId="{558DF02B-8A16-4A05-AC13-453476C2AB40}" dt="2026-10-12T17:11:19.507" v="289" actId="403"/>
          <ac:spMkLst>
            <pc:docMk/>
            <pc:sldMk cId="597156056" sldId="282"/>
            <ac:spMk id="10" creationId="{5A3D48D7-129A-DD80-CE13-0B5509ED5998}"/>
          </ac:spMkLst>
        </pc:spChg>
        <pc:spChg chg="add mod">
          <ac:chgData name="Monica Gabriela Torres Torres" userId="209a20f1-8d95-4def-aeab-2ba6158eea0e" providerId="ADAL" clId="{558DF02B-8A16-4A05-AC13-453476C2AB40}" dt="2026-10-12T17:11:48.878" v="300" actId="404"/>
          <ac:spMkLst>
            <pc:docMk/>
            <pc:sldMk cId="597156056" sldId="282"/>
            <ac:spMk id="12" creationId="{4BE25BAB-4FBD-92EE-1191-90207E139BEC}"/>
          </ac:spMkLst>
        </pc:spChg>
        <pc:spChg chg="add mod">
          <ac:chgData name="Monica Gabriela Torres Torres" userId="209a20f1-8d95-4def-aeab-2ba6158eea0e" providerId="ADAL" clId="{558DF02B-8A16-4A05-AC13-453476C2AB40}" dt="2026-10-12T17:11:35.845" v="295" actId="1076"/>
          <ac:spMkLst>
            <pc:docMk/>
            <pc:sldMk cId="597156056" sldId="282"/>
            <ac:spMk id="14" creationId="{6D50E9D7-DD66-0480-4736-0A2B2861C12E}"/>
          </ac:spMkLst>
        </pc:spChg>
        <pc:spChg chg="add del mod">
          <ac:chgData name="Monica Gabriela Torres Torres" userId="209a20f1-8d95-4def-aeab-2ba6158eea0e" providerId="ADAL" clId="{558DF02B-8A16-4A05-AC13-453476C2AB40}" dt="2026-10-12T17:47:05.477" v="1087" actId="478"/>
          <ac:spMkLst>
            <pc:docMk/>
            <pc:sldMk cId="597156056" sldId="282"/>
            <ac:spMk id="16" creationId="{E2477721-707D-121B-B1EA-68BCD3598553}"/>
          </ac:spMkLst>
        </pc:spChg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2.171" v="174" actId="47"/>
        <pc:sldMkLst>
          <pc:docMk/>
          <pc:sldMk cId="995631992" sldId="282"/>
        </pc:sldMkLst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3.110" v="175" actId="47"/>
        <pc:sldMkLst>
          <pc:docMk/>
          <pc:sldMk cId="671142069" sldId="283"/>
        </pc:sldMkLst>
      </pc:sldChg>
      <pc:sldChg chg="addSp delSp modSp add mod">
        <pc:chgData name="Monica Gabriela Torres Torres" userId="209a20f1-8d95-4def-aeab-2ba6158eea0e" providerId="ADAL" clId="{558DF02B-8A16-4A05-AC13-453476C2AB40}" dt="2026-10-12T17:24:22.523" v="708" actId="207"/>
        <pc:sldMkLst>
          <pc:docMk/>
          <pc:sldMk cId="3004414776" sldId="283"/>
        </pc:sldMkLst>
        <pc:spChg chg="add del mod">
          <ac:chgData name="Monica Gabriela Torres Torres" userId="209a20f1-8d95-4def-aeab-2ba6158eea0e" providerId="ADAL" clId="{558DF02B-8A16-4A05-AC13-453476C2AB40}" dt="2026-10-12T17:13:00.585" v="341" actId="478"/>
          <ac:spMkLst>
            <pc:docMk/>
            <pc:sldMk cId="3004414776" sldId="283"/>
            <ac:spMk id="3" creationId="{4B421006-A6A7-1A99-553F-E3AA90AD5F0F}"/>
          </ac:spMkLst>
        </pc:spChg>
        <pc:spChg chg="mod">
          <ac:chgData name="Monica Gabriela Torres Torres" userId="209a20f1-8d95-4def-aeab-2ba6158eea0e" providerId="ADAL" clId="{558DF02B-8A16-4A05-AC13-453476C2AB40}" dt="2026-10-12T17:12:56.868" v="340" actId="20577"/>
          <ac:spMkLst>
            <pc:docMk/>
            <pc:sldMk cId="3004414776" sldId="283"/>
            <ac:spMk id="4" creationId="{8536B39A-E414-CB30-A5A4-B988406513ED}"/>
          </ac:spMkLst>
        </pc:spChg>
        <pc:spChg chg="add del">
          <ac:chgData name="Monica Gabriela Torres Torres" userId="209a20f1-8d95-4def-aeab-2ba6158eea0e" providerId="ADAL" clId="{558DF02B-8A16-4A05-AC13-453476C2AB40}" dt="2026-10-12T17:12:39.327" v="304" actId="478"/>
          <ac:spMkLst>
            <pc:docMk/>
            <pc:sldMk cId="3004414776" sldId="283"/>
            <ac:spMk id="6" creationId="{0BA2364B-93D4-7E3E-FDA3-4680F0D87112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8" creationId="{D93AF887-556D-D8FE-955F-A06FEA3A8D30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10" creationId="{063C2238-2C95-5A8C-9983-4DC10A294A45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12" creationId="{4C4BC65E-9BB7-82B3-A729-B54AC11E089E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14" creationId="{B30A804A-5F53-D7F3-868E-82D96C39738E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18" creationId="{F2164C25-312F-59B7-B230-04C15F539EAA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22" creationId="{F11C6EF0-FF9A-9A0E-85FA-00480A67D6F0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28" creationId="{61098024-5F5C-0C0F-8FD8-19EA4A3D76FD}"/>
          </ac:spMkLst>
        </pc:spChg>
        <pc:spChg chg="add">
          <ac:chgData name="Monica Gabriela Torres Torres" userId="209a20f1-8d95-4def-aeab-2ba6158eea0e" providerId="ADAL" clId="{558DF02B-8A16-4A05-AC13-453476C2AB40}" dt="2026-10-12T17:12:35.778" v="303" actId="22"/>
          <ac:spMkLst>
            <pc:docMk/>
            <pc:sldMk cId="3004414776" sldId="283"/>
            <ac:spMk id="30" creationId="{D2433D27-BC66-932C-0EF8-D6639102448F}"/>
          </ac:spMkLst>
        </pc:spChg>
        <pc:spChg chg="mod">
          <ac:chgData name="Monica Gabriela Torres Torres" userId="209a20f1-8d95-4def-aeab-2ba6158eea0e" providerId="ADAL" clId="{558DF02B-8A16-4A05-AC13-453476C2AB40}" dt="2026-10-12T17:24:22.523" v="708" actId="207"/>
          <ac:spMkLst>
            <pc:docMk/>
            <pc:sldMk cId="3004414776" sldId="283"/>
            <ac:spMk id="32" creationId="{2429C8C8-1B63-E2AD-BE59-2C38AF3A3284}"/>
          </ac:spMkLst>
        </pc:spChg>
      </pc:sldChg>
      <pc:sldChg chg="addSp delSp modSp add mod">
        <pc:chgData name="Monica Gabriela Torres Torres" userId="209a20f1-8d95-4def-aeab-2ba6158eea0e" providerId="ADAL" clId="{558DF02B-8A16-4A05-AC13-453476C2AB40}" dt="2026-10-12T17:48:57.055" v="1095" actId="478"/>
        <pc:sldMkLst>
          <pc:docMk/>
          <pc:sldMk cId="2273597572" sldId="284"/>
        </pc:sldMkLst>
        <pc:spChg chg="add del mod">
          <ac:chgData name="Monica Gabriela Torres Torres" userId="209a20f1-8d95-4def-aeab-2ba6158eea0e" providerId="ADAL" clId="{558DF02B-8A16-4A05-AC13-453476C2AB40}" dt="2026-10-12T17:14:22.475" v="424" actId="478"/>
          <ac:spMkLst>
            <pc:docMk/>
            <pc:sldMk cId="2273597572" sldId="284"/>
            <ac:spMk id="3" creationId="{07BB55F8-D019-D121-8192-E3F73F4C7833}"/>
          </ac:spMkLst>
        </pc:spChg>
        <pc:spChg chg="mod">
          <ac:chgData name="Monica Gabriela Torres Torres" userId="209a20f1-8d95-4def-aeab-2ba6158eea0e" providerId="ADAL" clId="{558DF02B-8A16-4A05-AC13-453476C2AB40}" dt="2026-10-12T17:14:13.570" v="421" actId="20577"/>
          <ac:spMkLst>
            <pc:docMk/>
            <pc:sldMk cId="2273597572" sldId="284"/>
            <ac:spMk id="4" creationId="{1443502A-7E5F-38F2-1AE9-EFF675A420F2}"/>
          </ac:spMkLst>
        </pc:spChg>
        <pc:spChg chg="add del">
          <ac:chgData name="Monica Gabriela Torres Torres" userId="209a20f1-8d95-4def-aeab-2ba6158eea0e" providerId="ADAL" clId="{558DF02B-8A16-4A05-AC13-453476C2AB40}" dt="2026-10-12T17:13:44.678" v="350" actId="478"/>
          <ac:spMkLst>
            <pc:docMk/>
            <pc:sldMk cId="2273597572" sldId="284"/>
            <ac:spMk id="6" creationId="{973A65BE-9489-A0D6-7589-407535CD927A}"/>
          </ac:spMkLst>
        </pc:spChg>
        <pc:spChg chg="add">
          <ac:chgData name="Monica Gabriela Torres Torres" userId="209a20f1-8d95-4def-aeab-2ba6158eea0e" providerId="ADAL" clId="{558DF02B-8A16-4A05-AC13-453476C2AB40}" dt="2026-10-12T17:13:40.547" v="349" actId="22"/>
          <ac:spMkLst>
            <pc:docMk/>
            <pc:sldMk cId="2273597572" sldId="284"/>
            <ac:spMk id="8" creationId="{F917E84C-B2AF-316B-3BF9-A79601EB7C7E}"/>
          </ac:spMkLst>
        </pc:spChg>
        <pc:spChg chg="add del">
          <ac:chgData name="Monica Gabriela Torres Torres" userId="209a20f1-8d95-4def-aeab-2ba6158eea0e" providerId="ADAL" clId="{558DF02B-8A16-4A05-AC13-453476C2AB40}" dt="2026-10-12T17:14:19.845" v="423" actId="478"/>
          <ac:spMkLst>
            <pc:docMk/>
            <pc:sldMk cId="2273597572" sldId="284"/>
            <ac:spMk id="12" creationId="{8C2BADBF-7890-5779-B053-34B83DD800BA}"/>
          </ac:spMkLst>
        </pc:spChg>
        <pc:spChg chg="add">
          <ac:chgData name="Monica Gabriela Torres Torres" userId="209a20f1-8d95-4def-aeab-2ba6158eea0e" providerId="ADAL" clId="{558DF02B-8A16-4A05-AC13-453476C2AB40}" dt="2026-10-12T17:13:40.547" v="349" actId="22"/>
          <ac:spMkLst>
            <pc:docMk/>
            <pc:sldMk cId="2273597572" sldId="284"/>
            <ac:spMk id="16" creationId="{38DA4A76-8E88-C968-95B0-09942DE336FB}"/>
          </ac:spMkLst>
        </pc:spChg>
        <pc:spChg chg="add del mod">
          <ac:chgData name="Monica Gabriela Torres Torres" userId="209a20f1-8d95-4def-aeab-2ba6158eea0e" providerId="ADAL" clId="{558DF02B-8A16-4A05-AC13-453476C2AB40}" dt="2026-10-12T17:15:17.281" v="448" actId="478"/>
          <ac:spMkLst>
            <pc:docMk/>
            <pc:sldMk cId="2273597572" sldId="284"/>
            <ac:spMk id="20" creationId="{A0C910F0-8925-43B5-5901-4F8941701725}"/>
          </ac:spMkLst>
        </pc:spChg>
        <pc:spChg chg="add del mod">
          <ac:chgData name="Monica Gabriela Torres Torres" userId="209a20f1-8d95-4def-aeab-2ba6158eea0e" providerId="ADAL" clId="{558DF02B-8A16-4A05-AC13-453476C2AB40}" dt="2026-10-12T17:15:23.996" v="452" actId="478"/>
          <ac:spMkLst>
            <pc:docMk/>
            <pc:sldMk cId="2273597572" sldId="284"/>
            <ac:spMk id="22" creationId="{22EABFC3-2044-38D7-81A1-5650164105B2}"/>
          </ac:spMkLst>
        </pc:spChg>
        <pc:spChg chg="add mod">
          <ac:chgData name="Monica Gabriela Torres Torres" userId="209a20f1-8d95-4def-aeab-2ba6158eea0e" providerId="ADAL" clId="{558DF02B-8A16-4A05-AC13-453476C2AB40}" dt="2026-10-12T17:24:17.023" v="706" actId="404"/>
          <ac:spMkLst>
            <pc:docMk/>
            <pc:sldMk cId="2273597572" sldId="284"/>
            <ac:spMk id="24" creationId="{680A57C0-F762-235B-316E-E7DDC3821125}"/>
          </ac:spMkLst>
        </pc:spChg>
        <pc:picChg chg="add del mod">
          <ac:chgData name="Monica Gabriela Torres Torres" userId="209a20f1-8d95-4def-aeab-2ba6158eea0e" providerId="ADAL" clId="{558DF02B-8A16-4A05-AC13-453476C2AB40}" dt="2026-10-12T17:48:57.055" v="1095" actId="478"/>
          <ac:picMkLst>
            <pc:docMk/>
            <pc:sldMk cId="2273597572" sldId="284"/>
            <ac:picMk id="2" creationId="{A25AF33C-8603-EDAA-BEF6-64A90804E91C}"/>
          </ac:picMkLst>
        </pc:picChg>
        <pc:picChg chg="add">
          <ac:chgData name="Monica Gabriela Torres Torres" userId="209a20f1-8d95-4def-aeab-2ba6158eea0e" providerId="ADAL" clId="{558DF02B-8A16-4A05-AC13-453476C2AB40}" dt="2026-10-12T17:13:40.547" v="349" actId="22"/>
          <ac:picMkLst>
            <pc:docMk/>
            <pc:sldMk cId="2273597572" sldId="284"/>
            <ac:picMk id="10" creationId="{B7C6E500-D86E-C409-2932-7298475516FF}"/>
          </ac:picMkLst>
        </pc:picChg>
        <pc:picChg chg="add">
          <ac:chgData name="Monica Gabriela Torres Torres" userId="209a20f1-8d95-4def-aeab-2ba6158eea0e" providerId="ADAL" clId="{558DF02B-8A16-4A05-AC13-453476C2AB40}" dt="2026-10-12T17:13:40.547" v="349" actId="22"/>
          <ac:picMkLst>
            <pc:docMk/>
            <pc:sldMk cId="2273597572" sldId="284"/>
            <ac:picMk id="14" creationId="{D2054DE6-7D1A-3F47-3A65-9829DD801109}"/>
          </ac:picMkLst>
        </pc:picChg>
        <pc:picChg chg="add">
          <ac:chgData name="Monica Gabriela Torres Torres" userId="209a20f1-8d95-4def-aeab-2ba6158eea0e" providerId="ADAL" clId="{558DF02B-8A16-4A05-AC13-453476C2AB40}" dt="2026-10-12T17:13:40.547" v="349" actId="22"/>
          <ac:picMkLst>
            <pc:docMk/>
            <pc:sldMk cId="2273597572" sldId="284"/>
            <ac:picMk id="18" creationId="{425CE26F-5465-9B7A-D4AB-F72BED52FFC0}"/>
          </ac:picMkLst>
        </pc:picChg>
      </pc:sldChg>
      <pc:sldChg chg="addSp delSp modSp del mod modTransition">
        <pc:chgData name="Monica Gabriela Torres Torres" userId="209a20f1-8d95-4def-aeab-2ba6158eea0e" providerId="ADAL" clId="{558DF02B-8A16-4A05-AC13-453476C2AB40}" dt="2026-10-12T17:01:45.351" v="177" actId="47"/>
        <pc:sldMkLst>
          <pc:docMk/>
          <pc:sldMk cId="3431144819" sldId="284"/>
        </pc:sldMkLst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6.435" v="178" actId="47"/>
        <pc:sldMkLst>
          <pc:docMk/>
          <pc:sldMk cId="1042629476" sldId="285"/>
        </pc:sldMkLst>
      </pc:sldChg>
      <pc:sldChg chg="addSp delSp modSp add mod">
        <pc:chgData name="Monica Gabriela Torres Torres" userId="209a20f1-8d95-4def-aeab-2ba6158eea0e" providerId="ADAL" clId="{558DF02B-8A16-4A05-AC13-453476C2AB40}" dt="2026-10-12T17:23:39.798" v="701" actId="207"/>
        <pc:sldMkLst>
          <pc:docMk/>
          <pc:sldMk cId="2853188372" sldId="285"/>
        </pc:sldMkLst>
        <pc:spChg chg="add del mod">
          <ac:chgData name="Monica Gabriela Torres Torres" userId="209a20f1-8d95-4def-aeab-2ba6158eea0e" providerId="ADAL" clId="{558DF02B-8A16-4A05-AC13-453476C2AB40}" dt="2026-10-12T17:18:48.897" v="514" actId="478"/>
          <ac:spMkLst>
            <pc:docMk/>
            <pc:sldMk cId="2853188372" sldId="285"/>
            <ac:spMk id="3" creationId="{14415F15-3864-AA9B-1527-4E6DB75BAA0F}"/>
          </ac:spMkLst>
        </pc:spChg>
        <pc:spChg chg="mod">
          <ac:chgData name="Monica Gabriela Torres Torres" userId="209a20f1-8d95-4def-aeab-2ba6158eea0e" providerId="ADAL" clId="{558DF02B-8A16-4A05-AC13-453476C2AB40}" dt="2026-10-12T17:18:45.201" v="513" actId="20577"/>
          <ac:spMkLst>
            <pc:docMk/>
            <pc:sldMk cId="2853188372" sldId="285"/>
            <ac:spMk id="4" creationId="{ECC52B87-61B6-BBD4-279D-F455DF46FDE3}"/>
          </ac:spMkLst>
        </pc:spChg>
        <pc:spChg chg="add del">
          <ac:chgData name="Monica Gabriela Torres Torres" userId="209a20f1-8d95-4def-aeab-2ba6158eea0e" providerId="ADAL" clId="{558DF02B-8A16-4A05-AC13-453476C2AB40}" dt="2026-10-12T17:17:54.999" v="464" actId="478"/>
          <ac:spMkLst>
            <pc:docMk/>
            <pc:sldMk cId="2853188372" sldId="285"/>
            <ac:spMk id="6" creationId="{2C5F56A1-9489-A2CF-CBB9-7DC9736C890D}"/>
          </ac:spMkLst>
        </pc:spChg>
        <pc:spChg chg="add mod">
          <ac:chgData name="Monica Gabriela Torres Torres" userId="209a20f1-8d95-4def-aeab-2ba6158eea0e" providerId="ADAL" clId="{558DF02B-8A16-4A05-AC13-453476C2AB40}" dt="2026-10-12T17:18:05.292" v="470" actId="1076"/>
          <ac:spMkLst>
            <pc:docMk/>
            <pc:sldMk cId="2853188372" sldId="285"/>
            <ac:spMk id="8" creationId="{D327395F-A37E-4735-2D64-4EA9772F5486}"/>
          </ac:spMkLst>
        </pc:spChg>
        <pc:spChg chg="add mod">
          <ac:chgData name="Monica Gabriela Torres Torres" userId="209a20f1-8d95-4def-aeab-2ba6158eea0e" providerId="ADAL" clId="{558DF02B-8A16-4A05-AC13-453476C2AB40}" dt="2026-10-12T17:18:02.228" v="468" actId="1076"/>
          <ac:spMkLst>
            <pc:docMk/>
            <pc:sldMk cId="2853188372" sldId="285"/>
            <ac:spMk id="12" creationId="{D81A746F-5FD0-FDC3-9A91-355FCA4F1C90}"/>
          </ac:spMkLst>
        </pc:spChg>
        <pc:spChg chg="add">
          <ac:chgData name="Monica Gabriela Torres Torres" userId="209a20f1-8d95-4def-aeab-2ba6158eea0e" providerId="ADAL" clId="{558DF02B-8A16-4A05-AC13-453476C2AB40}" dt="2026-10-12T17:17:02.140" v="462" actId="22"/>
          <ac:spMkLst>
            <pc:docMk/>
            <pc:sldMk cId="2853188372" sldId="285"/>
            <ac:spMk id="16" creationId="{2736AE31-197C-F60A-8FC8-0DBD60B99284}"/>
          </ac:spMkLst>
        </pc:spChg>
        <pc:spChg chg="add del mod">
          <ac:chgData name="Monica Gabriela Torres Torres" userId="209a20f1-8d95-4def-aeab-2ba6158eea0e" providerId="ADAL" clId="{558DF02B-8A16-4A05-AC13-453476C2AB40}" dt="2026-10-12T17:19:00.017" v="516" actId="478"/>
          <ac:spMkLst>
            <pc:docMk/>
            <pc:sldMk cId="2853188372" sldId="285"/>
            <ac:spMk id="20" creationId="{3CAE2A99-F938-1212-9B88-091F6253110D}"/>
          </ac:spMkLst>
        </pc:spChg>
        <pc:spChg chg="add del mod">
          <ac:chgData name="Monica Gabriela Torres Torres" userId="209a20f1-8d95-4def-aeab-2ba6158eea0e" providerId="ADAL" clId="{558DF02B-8A16-4A05-AC13-453476C2AB40}" dt="2026-10-12T17:19:49.241" v="534" actId="478"/>
          <ac:spMkLst>
            <pc:docMk/>
            <pc:sldMk cId="2853188372" sldId="285"/>
            <ac:spMk id="22" creationId="{43D7F704-0160-E628-E74D-EBBA0105F571}"/>
          </ac:spMkLst>
        </pc:spChg>
        <pc:spChg chg="add del mod">
          <ac:chgData name="Monica Gabriela Torres Torres" userId="209a20f1-8d95-4def-aeab-2ba6158eea0e" providerId="ADAL" clId="{558DF02B-8A16-4A05-AC13-453476C2AB40}" dt="2026-10-12T17:23:25.983" v="698" actId="478"/>
          <ac:spMkLst>
            <pc:docMk/>
            <pc:sldMk cId="2853188372" sldId="285"/>
            <ac:spMk id="24" creationId="{FC025A51-2B37-337B-A00F-59B68121C531}"/>
          </ac:spMkLst>
        </pc:spChg>
        <pc:spChg chg="add mod">
          <ac:chgData name="Monica Gabriela Torres Torres" userId="209a20f1-8d95-4def-aeab-2ba6158eea0e" providerId="ADAL" clId="{558DF02B-8A16-4A05-AC13-453476C2AB40}" dt="2026-10-12T17:23:39.798" v="701" actId="207"/>
          <ac:spMkLst>
            <pc:docMk/>
            <pc:sldMk cId="2853188372" sldId="285"/>
            <ac:spMk id="25" creationId="{DF55B557-2B5A-0C68-7BBF-CCAFB4612EE7}"/>
          </ac:spMkLst>
        </pc:spChg>
        <pc:picChg chg="add">
          <ac:chgData name="Monica Gabriela Torres Torres" userId="209a20f1-8d95-4def-aeab-2ba6158eea0e" providerId="ADAL" clId="{558DF02B-8A16-4A05-AC13-453476C2AB40}" dt="2026-10-12T17:17:02.140" v="462" actId="22"/>
          <ac:picMkLst>
            <pc:docMk/>
            <pc:sldMk cId="2853188372" sldId="285"/>
            <ac:picMk id="10" creationId="{3554B629-30BE-71B0-F831-1A63A7F63D90}"/>
          </ac:picMkLst>
        </pc:picChg>
        <pc:picChg chg="add">
          <ac:chgData name="Monica Gabriela Torres Torres" userId="209a20f1-8d95-4def-aeab-2ba6158eea0e" providerId="ADAL" clId="{558DF02B-8A16-4A05-AC13-453476C2AB40}" dt="2026-10-12T17:17:02.140" v="462" actId="22"/>
          <ac:picMkLst>
            <pc:docMk/>
            <pc:sldMk cId="2853188372" sldId="285"/>
            <ac:picMk id="14" creationId="{ED3CC72C-053E-E650-A728-7CE51CA5B437}"/>
          </ac:picMkLst>
        </pc:picChg>
        <pc:picChg chg="add">
          <ac:chgData name="Monica Gabriela Torres Torres" userId="209a20f1-8d95-4def-aeab-2ba6158eea0e" providerId="ADAL" clId="{558DF02B-8A16-4A05-AC13-453476C2AB40}" dt="2026-10-12T17:17:02.140" v="462" actId="22"/>
          <ac:picMkLst>
            <pc:docMk/>
            <pc:sldMk cId="2853188372" sldId="285"/>
            <ac:picMk id="18" creationId="{E5D5C571-4B08-F0A5-571A-F4306983A405}"/>
          </ac:picMkLst>
        </pc:picChg>
      </pc:sldChg>
      <pc:sldChg chg="addSp delSp modSp add mod ord">
        <pc:chgData name="Monica Gabriela Torres Torres" userId="209a20f1-8d95-4def-aeab-2ba6158eea0e" providerId="ADAL" clId="{558DF02B-8A16-4A05-AC13-453476C2AB40}" dt="2026-10-12T17:28:17.009" v="877" actId="1076"/>
        <pc:sldMkLst>
          <pc:docMk/>
          <pc:sldMk cId="3242168201" sldId="286"/>
        </pc:sldMkLst>
        <pc:spChg chg="add del mod">
          <ac:chgData name="Monica Gabriela Torres Torres" userId="209a20f1-8d95-4def-aeab-2ba6158eea0e" providerId="ADAL" clId="{558DF02B-8A16-4A05-AC13-453476C2AB40}" dt="2026-10-12T17:25:45.572" v="765" actId="478"/>
          <ac:spMkLst>
            <pc:docMk/>
            <pc:sldMk cId="3242168201" sldId="286"/>
            <ac:spMk id="3" creationId="{97E33E30-4B8E-98AB-2F5C-4779506F4AA9}"/>
          </ac:spMkLst>
        </pc:spChg>
        <pc:spChg chg="mod">
          <ac:chgData name="Monica Gabriela Torres Torres" userId="209a20f1-8d95-4def-aeab-2ba6158eea0e" providerId="ADAL" clId="{558DF02B-8A16-4A05-AC13-453476C2AB40}" dt="2026-10-12T17:25:48.531" v="766" actId="313"/>
          <ac:spMkLst>
            <pc:docMk/>
            <pc:sldMk cId="3242168201" sldId="286"/>
            <ac:spMk id="4" creationId="{654C70D7-4A4D-9DFC-DFEB-E835FAE88E1F}"/>
          </ac:spMkLst>
        </pc:spChg>
        <pc:spChg chg="add mod">
          <ac:chgData name="Monica Gabriela Torres Torres" userId="209a20f1-8d95-4def-aeab-2ba6158eea0e" providerId="ADAL" clId="{558DF02B-8A16-4A05-AC13-453476C2AB40}" dt="2026-10-12T17:25:54.045" v="767" actId="2711"/>
          <ac:spMkLst>
            <pc:docMk/>
            <pc:sldMk cId="3242168201" sldId="286"/>
            <ac:spMk id="6" creationId="{ABCB33FA-62AE-23ED-A403-FE77B0A44D11}"/>
          </ac:spMkLst>
        </pc:spChg>
        <pc:spChg chg="add mod">
          <ac:chgData name="Monica Gabriela Torres Torres" userId="209a20f1-8d95-4def-aeab-2ba6158eea0e" providerId="ADAL" clId="{558DF02B-8A16-4A05-AC13-453476C2AB40}" dt="2026-10-12T17:26:01.900" v="768" actId="2711"/>
          <ac:spMkLst>
            <pc:docMk/>
            <pc:sldMk cId="3242168201" sldId="286"/>
            <ac:spMk id="8" creationId="{ECB7CC09-49AA-BFD3-C40F-AA1EB8271DB5}"/>
          </ac:spMkLst>
        </pc:spChg>
        <pc:spChg chg="add mod">
          <ac:chgData name="Monica Gabriela Torres Torres" userId="209a20f1-8d95-4def-aeab-2ba6158eea0e" providerId="ADAL" clId="{558DF02B-8A16-4A05-AC13-453476C2AB40}" dt="2026-10-12T17:26:07.683" v="769" actId="2711"/>
          <ac:spMkLst>
            <pc:docMk/>
            <pc:sldMk cId="3242168201" sldId="286"/>
            <ac:spMk id="12" creationId="{4B00C4FC-5869-557F-560A-5BDDE24913D4}"/>
          </ac:spMkLst>
        </pc:spChg>
        <pc:spChg chg="add del mod">
          <ac:chgData name="Monica Gabriela Torres Torres" userId="209a20f1-8d95-4def-aeab-2ba6158eea0e" providerId="ADAL" clId="{558DF02B-8A16-4A05-AC13-453476C2AB40}" dt="2026-10-12T17:27:57.916" v="874" actId="478"/>
          <ac:spMkLst>
            <pc:docMk/>
            <pc:sldMk cId="3242168201" sldId="286"/>
            <ac:spMk id="16" creationId="{43D86C9D-C54A-815B-33D7-FF96FE1FB5E3}"/>
          </ac:spMkLst>
        </pc:spChg>
        <pc:spChg chg="add mod">
          <ac:chgData name="Monica Gabriela Torres Torres" userId="209a20f1-8d95-4def-aeab-2ba6158eea0e" providerId="ADAL" clId="{558DF02B-8A16-4A05-AC13-453476C2AB40}" dt="2026-10-12T17:28:17.009" v="877" actId="1076"/>
          <ac:spMkLst>
            <pc:docMk/>
            <pc:sldMk cId="3242168201" sldId="286"/>
            <ac:spMk id="18" creationId="{9628FC3A-02B2-0C53-8F31-5555CA2148CF}"/>
          </ac:spMkLst>
        </pc:spChg>
        <pc:picChg chg="add mod">
          <ac:chgData name="Monica Gabriela Torres Torres" userId="209a20f1-8d95-4def-aeab-2ba6158eea0e" providerId="ADAL" clId="{558DF02B-8A16-4A05-AC13-453476C2AB40}" dt="2026-10-12T17:26:11.189" v="770" actId="1076"/>
          <ac:picMkLst>
            <pc:docMk/>
            <pc:sldMk cId="3242168201" sldId="286"/>
            <ac:picMk id="10" creationId="{7F29AB9D-3D4B-EF14-3014-6961613419FD}"/>
          </ac:picMkLst>
        </pc:picChg>
        <pc:picChg chg="add">
          <ac:chgData name="Monica Gabriela Torres Torres" userId="209a20f1-8d95-4def-aeab-2ba6158eea0e" providerId="ADAL" clId="{558DF02B-8A16-4A05-AC13-453476C2AB40}" dt="2026-10-12T17:25:10.428" v="711" actId="22"/>
          <ac:picMkLst>
            <pc:docMk/>
            <pc:sldMk cId="3242168201" sldId="286"/>
            <ac:picMk id="14" creationId="{AB96DCBE-F185-4E1B-A49A-967B0FFCD746}"/>
          </ac:picMkLst>
        </pc:picChg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7.322" v="179" actId="47"/>
        <pc:sldMkLst>
          <pc:docMk/>
          <pc:sldMk cId="3607903655" sldId="286"/>
        </pc:sldMkLst>
      </pc:sldChg>
      <pc:sldChg chg="addSp delSp modSp add mod">
        <pc:chgData name="Monica Gabriela Torres Torres" userId="209a20f1-8d95-4def-aeab-2ba6158eea0e" providerId="ADAL" clId="{558DF02B-8A16-4A05-AC13-453476C2AB40}" dt="2026-10-12T17:32:08.323" v="1017" actId="1076"/>
        <pc:sldMkLst>
          <pc:docMk/>
          <pc:sldMk cId="2385861185" sldId="287"/>
        </pc:sldMkLst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3" creationId="{ED895F63-7818-8B00-9051-8B08125C1A22}"/>
          </ac:spMkLst>
        </pc:spChg>
        <pc:spChg chg="mod">
          <ac:chgData name="Monica Gabriela Torres Torres" userId="209a20f1-8d95-4def-aeab-2ba6158eea0e" providerId="ADAL" clId="{558DF02B-8A16-4A05-AC13-453476C2AB40}" dt="2026-10-12T17:29:37.746" v="928" actId="313"/>
          <ac:spMkLst>
            <pc:docMk/>
            <pc:sldMk cId="2385861185" sldId="287"/>
            <ac:spMk id="4" creationId="{49724435-EDDE-A362-272D-43BD7A2D6F60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6" creationId="{A11C941A-FB7B-9BAF-4269-1E416E463A15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8" creationId="{F2303CB3-54BC-EA8D-C07E-D8F9E37B92B2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10" creationId="{CD568113-D9AD-4197-C01B-77F033081430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12" creationId="{E82A5B31-5D9F-4C89-9D55-7BCDE1279A47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14" creationId="{4FFC9F4D-0DBE-28A8-2440-08275341C726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16" creationId="{3BABE773-F7EE-EBE7-9E95-052BE5B1B1F8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18" creationId="{A26BA762-303E-BAF0-6EA2-4F0B9DC308A9}"/>
          </ac:spMkLst>
        </pc:spChg>
        <pc:spChg chg="add del">
          <ac:chgData name="Monica Gabriela Torres Torres" userId="209a20f1-8d95-4def-aeab-2ba6158eea0e" providerId="ADAL" clId="{558DF02B-8A16-4A05-AC13-453476C2AB40}" dt="2026-10-12T17:28:55.745" v="879" actId="22"/>
          <ac:spMkLst>
            <pc:docMk/>
            <pc:sldMk cId="2385861185" sldId="287"/>
            <ac:spMk id="20" creationId="{4505C7B7-CEC5-5F21-5AF6-22D5D511F371}"/>
          </ac:spMkLst>
        </pc:spChg>
        <pc:spChg chg="add del">
          <ac:chgData name="Monica Gabriela Torres Torres" userId="209a20f1-8d95-4def-aeab-2ba6158eea0e" providerId="ADAL" clId="{558DF02B-8A16-4A05-AC13-453476C2AB40}" dt="2026-10-12T17:29:01.529" v="881" actId="478"/>
          <ac:spMkLst>
            <pc:docMk/>
            <pc:sldMk cId="2385861185" sldId="287"/>
            <ac:spMk id="22" creationId="{E54A61B2-8C07-CB10-092D-1955924DBD7B}"/>
          </ac:spMkLst>
        </pc:spChg>
        <pc:spChg chg="add del mod">
          <ac:chgData name="Monica Gabriela Torres Torres" userId="209a20f1-8d95-4def-aeab-2ba6158eea0e" providerId="ADAL" clId="{558DF02B-8A16-4A05-AC13-453476C2AB40}" dt="2026-10-12T17:29:34.296" v="927" actId="478"/>
          <ac:spMkLst>
            <pc:docMk/>
            <pc:sldMk cId="2385861185" sldId="287"/>
            <ac:spMk id="24" creationId="{48C80971-99B0-21F4-0770-9551F919312A}"/>
          </ac:spMkLst>
        </pc:spChg>
        <pc:spChg chg="add del">
          <ac:chgData name="Monica Gabriela Torres Torres" userId="209a20f1-8d95-4def-aeab-2ba6158eea0e" providerId="ADAL" clId="{558DF02B-8A16-4A05-AC13-453476C2AB40}" dt="2026-10-12T17:29:04.198" v="882" actId="478"/>
          <ac:spMkLst>
            <pc:docMk/>
            <pc:sldMk cId="2385861185" sldId="287"/>
            <ac:spMk id="26" creationId="{1774F6F5-1123-FE98-0262-1F14839FDBE2}"/>
          </ac:spMkLst>
        </pc:spChg>
        <pc:spChg chg="add">
          <ac:chgData name="Monica Gabriela Torres Torres" userId="209a20f1-8d95-4def-aeab-2ba6158eea0e" providerId="ADAL" clId="{558DF02B-8A16-4A05-AC13-453476C2AB40}" dt="2026-10-12T17:28:58.384" v="880" actId="22"/>
          <ac:spMkLst>
            <pc:docMk/>
            <pc:sldMk cId="2385861185" sldId="287"/>
            <ac:spMk id="28" creationId="{5887713A-357F-8D92-38A7-EA0A9B07A5A6}"/>
          </ac:spMkLst>
        </pc:spChg>
        <pc:spChg chg="add mod">
          <ac:chgData name="Monica Gabriela Torres Torres" userId="209a20f1-8d95-4def-aeab-2ba6158eea0e" providerId="ADAL" clId="{558DF02B-8A16-4A05-AC13-453476C2AB40}" dt="2026-10-12T17:30:40.856" v="946" actId="14100"/>
          <ac:spMkLst>
            <pc:docMk/>
            <pc:sldMk cId="2385861185" sldId="287"/>
            <ac:spMk id="30" creationId="{96208C83-F4E7-58FF-CEFB-CDC9C8B78DC0}"/>
          </ac:spMkLst>
        </pc:spChg>
        <pc:spChg chg="add mod">
          <ac:chgData name="Monica Gabriela Torres Torres" userId="209a20f1-8d95-4def-aeab-2ba6158eea0e" providerId="ADAL" clId="{558DF02B-8A16-4A05-AC13-453476C2AB40}" dt="2026-10-12T17:30:36.700" v="945" actId="14100"/>
          <ac:spMkLst>
            <pc:docMk/>
            <pc:sldMk cId="2385861185" sldId="287"/>
            <ac:spMk id="32" creationId="{42CB2CDB-5DCC-6776-BEB9-7ED09D800B7F}"/>
          </ac:spMkLst>
        </pc:spChg>
        <pc:spChg chg="add mod">
          <ac:chgData name="Monica Gabriela Torres Torres" userId="209a20f1-8d95-4def-aeab-2ba6158eea0e" providerId="ADAL" clId="{558DF02B-8A16-4A05-AC13-453476C2AB40}" dt="2026-10-12T17:30:50.272" v="947" actId="2711"/>
          <ac:spMkLst>
            <pc:docMk/>
            <pc:sldMk cId="2385861185" sldId="287"/>
            <ac:spMk id="34" creationId="{DF7B87BE-C70D-9B46-7E92-0B26072D110D}"/>
          </ac:spMkLst>
        </pc:spChg>
        <pc:spChg chg="add mod">
          <ac:chgData name="Monica Gabriela Torres Torres" userId="209a20f1-8d95-4def-aeab-2ba6158eea0e" providerId="ADAL" clId="{558DF02B-8A16-4A05-AC13-453476C2AB40}" dt="2026-10-12T17:32:08.323" v="1017" actId="1076"/>
          <ac:spMkLst>
            <pc:docMk/>
            <pc:sldMk cId="2385861185" sldId="287"/>
            <ac:spMk id="36" creationId="{9E007B1E-930D-D5AA-6FB1-2B6A60D4A73B}"/>
          </ac:spMkLst>
        </pc:spChg>
        <pc:spChg chg="add del mod">
          <ac:chgData name="Monica Gabriela Torres Torres" userId="209a20f1-8d95-4def-aeab-2ba6158eea0e" providerId="ADAL" clId="{558DF02B-8A16-4A05-AC13-453476C2AB40}" dt="2026-10-12T17:32:04.486" v="1015" actId="478"/>
          <ac:spMkLst>
            <pc:docMk/>
            <pc:sldMk cId="2385861185" sldId="287"/>
            <ac:spMk id="38" creationId="{3A9E3F16-F471-F458-F0ED-B736D4CE4531}"/>
          </ac:spMkLst>
        </pc:spChg>
        <pc:spChg chg="add mod">
          <ac:chgData name="Monica Gabriela Torres Torres" userId="209a20f1-8d95-4def-aeab-2ba6158eea0e" providerId="ADAL" clId="{558DF02B-8A16-4A05-AC13-453476C2AB40}" dt="2026-10-12T17:32:07.636" v="1016" actId="1076"/>
          <ac:spMkLst>
            <pc:docMk/>
            <pc:sldMk cId="2385861185" sldId="287"/>
            <ac:spMk id="40" creationId="{41C31A10-81A9-00E3-2CEE-A5F26220FF20}"/>
          </ac:spMkLst>
        </pc:spChg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3.993" v="176" actId="47"/>
        <pc:sldMkLst>
          <pc:docMk/>
          <pc:sldMk cId="3122939846" sldId="287"/>
        </pc:sldMkLst>
      </pc:sldChg>
      <pc:sldChg chg="addSp delSp new del mod">
        <pc:chgData name="Monica Gabriela Torres Torres" userId="209a20f1-8d95-4def-aeab-2ba6158eea0e" providerId="ADAL" clId="{558DF02B-8A16-4A05-AC13-453476C2AB40}" dt="2026-10-12T17:37:06.740" v="1086" actId="47"/>
        <pc:sldMkLst>
          <pc:docMk/>
          <pc:sldMk cId="1485268411" sldId="288"/>
        </pc:sldMkLst>
        <pc:spChg chg="del">
          <ac:chgData name="Monica Gabriela Torres Torres" userId="209a20f1-8d95-4def-aeab-2ba6158eea0e" providerId="ADAL" clId="{558DF02B-8A16-4A05-AC13-453476C2AB40}" dt="2026-10-12T17:32:42.584" v="1020" actId="478"/>
          <ac:spMkLst>
            <pc:docMk/>
            <pc:sldMk cId="1485268411" sldId="288"/>
            <ac:spMk id="2" creationId="{98405BB1-A27B-B65E-90C4-49B4F29C3DCC}"/>
          </ac:spMkLst>
        </pc:spChg>
        <pc:spChg chg="del">
          <ac:chgData name="Monica Gabriela Torres Torres" userId="209a20f1-8d95-4def-aeab-2ba6158eea0e" providerId="ADAL" clId="{558DF02B-8A16-4A05-AC13-453476C2AB40}" dt="2026-10-12T17:32:42.584" v="1020" actId="478"/>
          <ac:spMkLst>
            <pc:docMk/>
            <pc:sldMk cId="1485268411" sldId="288"/>
            <ac:spMk id="3" creationId="{07146E17-1E28-EDC7-AC94-D3E2C43F70B0}"/>
          </ac:spMkLst>
        </pc:spChg>
        <pc:spChg chg="add del">
          <ac:chgData name="Monica Gabriela Torres Torres" userId="209a20f1-8d95-4def-aeab-2ba6158eea0e" providerId="ADAL" clId="{558DF02B-8A16-4A05-AC13-453476C2AB40}" dt="2026-10-12T17:36:28.424" v="1072" actId="478"/>
          <ac:spMkLst>
            <pc:docMk/>
            <pc:sldMk cId="1485268411" sldId="288"/>
            <ac:spMk id="5" creationId="{E194B6CC-0AF8-5429-76A7-4262C4EDAC8D}"/>
          </ac:spMkLst>
        </pc:spChg>
        <pc:spChg chg="add">
          <ac:chgData name="Monica Gabriela Torres Torres" userId="209a20f1-8d95-4def-aeab-2ba6158eea0e" providerId="ADAL" clId="{558DF02B-8A16-4A05-AC13-453476C2AB40}" dt="2026-10-12T17:32:57.068" v="1022" actId="22"/>
          <ac:spMkLst>
            <pc:docMk/>
            <pc:sldMk cId="1485268411" sldId="288"/>
            <ac:spMk id="7" creationId="{9495B46B-CDC5-FEB6-2640-19553CA050A0}"/>
          </ac:spMkLst>
        </pc:spChg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9.729" v="182" actId="47"/>
        <pc:sldMkLst>
          <pc:docMk/>
          <pc:sldMk cId="1819529997" sldId="288"/>
        </pc:sldMkLst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7.994" v="180" actId="47"/>
        <pc:sldMkLst>
          <pc:docMk/>
          <pc:sldMk cId="2612694127" sldId="289"/>
        </pc:sldMkLst>
      </pc:sldChg>
      <pc:sldChg chg="addSp delSp modSp new mod">
        <pc:chgData name="Monica Gabriela Torres Torres" userId="209a20f1-8d95-4def-aeab-2ba6158eea0e" providerId="ADAL" clId="{558DF02B-8A16-4A05-AC13-453476C2AB40}" dt="2026-10-12T17:37:04.508" v="1085" actId="478"/>
        <pc:sldMkLst>
          <pc:docMk/>
          <pc:sldMk cId="2708644983" sldId="289"/>
        </pc:sldMkLst>
        <pc:spChg chg="del">
          <ac:chgData name="Monica Gabriela Torres Torres" userId="209a20f1-8d95-4def-aeab-2ba6158eea0e" providerId="ADAL" clId="{558DF02B-8A16-4A05-AC13-453476C2AB40}" dt="2026-10-12T17:33:00.719" v="1023" actId="478"/>
          <ac:spMkLst>
            <pc:docMk/>
            <pc:sldMk cId="2708644983" sldId="289"/>
            <ac:spMk id="2" creationId="{47B60710-E1CE-FD6B-6622-C3C1A2C22E38}"/>
          </ac:spMkLst>
        </pc:spChg>
        <pc:spChg chg="del">
          <ac:chgData name="Monica Gabriela Torres Torres" userId="209a20f1-8d95-4def-aeab-2ba6158eea0e" providerId="ADAL" clId="{558DF02B-8A16-4A05-AC13-453476C2AB40}" dt="2026-10-12T17:33:00.719" v="1023" actId="478"/>
          <ac:spMkLst>
            <pc:docMk/>
            <pc:sldMk cId="2708644983" sldId="289"/>
            <ac:spMk id="3" creationId="{FE0BA730-2C23-EE7D-3866-25DF31F7FE66}"/>
          </ac:spMkLst>
        </pc:spChg>
        <pc:spChg chg="add mod">
          <ac:chgData name="Monica Gabriela Torres Torres" userId="209a20f1-8d95-4def-aeab-2ba6158eea0e" providerId="ADAL" clId="{558DF02B-8A16-4A05-AC13-453476C2AB40}" dt="2026-10-12T17:33:44.290" v="1059" actId="20577"/>
          <ac:spMkLst>
            <pc:docMk/>
            <pc:sldMk cId="2708644983" sldId="289"/>
            <ac:spMk id="5" creationId="{FFD45B14-3545-2BA4-55F0-3B73689119AD}"/>
          </ac:spMkLst>
        </pc:spChg>
        <pc:spChg chg="add del mod">
          <ac:chgData name="Monica Gabriela Torres Torres" userId="209a20f1-8d95-4def-aeab-2ba6158eea0e" providerId="ADAL" clId="{558DF02B-8A16-4A05-AC13-453476C2AB40}" dt="2026-10-12T17:34:04.169" v="1060" actId="478"/>
          <ac:spMkLst>
            <pc:docMk/>
            <pc:sldMk cId="2708644983" sldId="289"/>
            <ac:spMk id="7" creationId="{6A6FB110-C8E6-1A27-38B7-411708D2387A}"/>
          </ac:spMkLst>
        </pc:spChg>
        <pc:spChg chg="add mod">
          <ac:chgData name="Monica Gabriela Torres Torres" userId="209a20f1-8d95-4def-aeab-2ba6158eea0e" providerId="ADAL" clId="{558DF02B-8A16-4A05-AC13-453476C2AB40}" dt="2026-10-12T17:34:44.106" v="1061" actId="2711"/>
          <ac:spMkLst>
            <pc:docMk/>
            <pc:sldMk cId="2708644983" sldId="289"/>
            <ac:spMk id="9" creationId="{89F11589-B849-FF12-4E0A-3DCD56135FE2}"/>
          </ac:spMkLst>
        </pc:spChg>
        <pc:spChg chg="add mod">
          <ac:chgData name="Monica Gabriela Torres Torres" userId="209a20f1-8d95-4def-aeab-2ba6158eea0e" providerId="ADAL" clId="{558DF02B-8A16-4A05-AC13-453476C2AB40}" dt="2026-10-12T17:35:05.017" v="1063" actId="2711"/>
          <ac:spMkLst>
            <pc:docMk/>
            <pc:sldMk cId="2708644983" sldId="289"/>
            <ac:spMk id="11" creationId="{2FCC82FD-4E33-337B-5B0A-156FA8B2D060}"/>
          </ac:spMkLst>
        </pc:spChg>
        <pc:spChg chg="add mod">
          <ac:chgData name="Monica Gabriela Torres Torres" userId="209a20f1-8d95-4def-aeab-2ba6158eea0e" providerId="ADAL" clId="{558DF02B-8A16-4A05-AC13-453476C2AB40}" dt="2026-10-12T17:34:52.685" v="1062" actId="2711"/>
          <ac:spMkLst>
            <pc:docMk/>
            <pc:sldMk cId="2708644983" sldId="289"/>
            <ac:spMk id="13" creationId="{AA21C098-4BA6-3F3A-5114-49D8847D4F01}"/>
          </ac:spMkLst>
        </pc:spChg>
        <pc:spChg chg="add mod">
          <ac:chgData name="Monica Gabriela Torres Torres" userId="209a20f1-8d95-4def-aeab-2ba6158eea0e" providerId="ADAL" clId="{558DF02B-8A16-4A05-AC13-453476C2AB40}" dt="2026-10-12T17:35:12.621" v="1064" actId="2711"/>
          <ac:spMkLst>
            <pc:docMk/>
            <pc:sldMk cId="2708644983" sldId="289"/>
            <ac:spMk id="15" creationId="{95B7A40C-C89D-DBEC-5485-55D3F8AA3246}"/>
          </ac:spMkLst>
        </pc:spChg>
        <pc:spChg chg="add del mod">
          <ac:chgData name="Monica Gabriela Torres Torres" userId="209a20f1-8d95-4def-aeab-2ba6158eea0e" providerId="ADAL" clId="{558DF02B-8A16-4A05-AC13-453476C2AB40}" dt="2026-10-12T17:36:58.001" v="1083" actId="478"/>
          <ac:spMkLst>
            <pc:docMk/>
            <pc:sldMk cId="2708644983" sldId="289"/>
            <ac:spMk id="17" creationId="{1A83DB1C-AE3C-F466-1AB6-23CE580C1E13}"/>
          </ac:spMkLst>
        </pc:spChg>
        <pc:spChg chg="add del">
          <ac:chgData name="Monica Gabriela Torres Torres" userId="209a20f1-8d95-4def-aeab-2ba6158eea0e" providerId="ADAL" clId="{558DF02B-8A16-4A05-AC13-453476C2AB40}" dt="2026-10-12T17:35:17.208" v="1065" actId="478"/>
          <ac:spMkLst>
            <pc:docMk/>
            <pc:sldMk cId="2708644983" sldId="289"/>
            <ac:spMk id="19" creationId="{2698DCC3-18BF-E196-C757-844A30FA0447}"/>
          </ac:spMkLst>
        </pc:spChg>
        <pc:spChg chg="add del mod">
          <ac:chgData name="Monica Gabriela Torres Torres" userId="209a20f1-8d95-4def-aeab-2ba6158eea0e" providerId="ADAL" clId="{558DF02B-8A16-4A05-AC13-453476C2AB40}" dt="2026-10-12T17:37:04.508" v="1085" actId="478"/>
          <ac:spMkLst>
            <pc:docMk/>
            <pc:sldMk cId="2708644983" sldId="289"/>
            <ac:spMk id="21" creationId="{93E0559B-D378-8CFA-F76C-BA7DB21AD87B}"/>
          </ac:spMkLst>
        </pc:spChg>
      </pc:sldChg>
      <pc:sldChg chg="addSp delSp modSp add mod">
        <pc:chgData name="Monica Gabriela Torres Torres" userId="209a20f1-8d95-4def-aeab-2ba6158eea0e" providerId="ADAL" clId="{558DF02B-8A16-4A05-AC13-453476C2AB40}" dt="2026-10-12T17:58:13.863" v="1119" actId="404"/>
        <pc:sldMkLst>
          <pc:docMk/>
          <pc:sldMk cId="515083225" sldId="290"/>
        </pc:sldMkLst>
        <pc:spChg chg="add mod">
          <ac:chgData name="Monica Gabriela Torres Torres" userId="209a20f1-8d95-4def-aeab-2ba6158eea0e" providerId="ADAL" clId="{558DF02B-8A16-4A05-AC13-453476C2AB40}" dt="2026-10-12T17:58:13.863" v="1119" actId="404"/>
          <ac:spMkLst>
            <pc:docMk/>
            <pc:sldMk cId="515083225" sldId="290"/>
            <ac:spMk id="3" creationId="{F910A8F4-A9CF-3C2E-443F-0A969796240F}"/>
          </ac:spMkLst>
        </pc:spChg>
        <pc:spChg chg="mod">
          <ac:chgData name="Monica Gabriela Torres Torres" userId="209a20f1-8d95-4def-aeab-2ba6158eea0e" providerId="ADAL" clId="{558DF02B-8A16-4A05-AC13-453476C2AB40}" dt="2026-10-12T17:57:42.765" v="1105" actId="20577"/>
          <ac:spMkLst>
            <pc:docMk/>
            <pc:sldMk cId="515083225" sldId="290"/>
            <ac:spMk id="5" creationId="{3AF922C5-0F73-23CD-6840-766AA45C4226}"/>
          </ac:spMkLst>
        </pc:spChg>
        <pc:spChg chg="del">
          <ac:chgData name="Monica Gabriela Torres Torres" userId="209a20f1-8d95-4def-aeab-2ba6158eea0e" providerId="ADAL" clId="{558DF02B-8A16-4A05-AC13-453476C2AB40}" dt="2026-10-12T17:57:31.911" v="1102" actId="478"/>
          <ac:spMkLst>
            <pc:docMk/>
            <pc:sldMk cId="515083225" sldId="290"/>
            <ac:spMk id="9" creationId="{FCC38E9A-6EE2-716E-6131-9D211885D563}"/>
          </ac:spMkLst>
        </pc:spChg>
        <pc:spChg chg="del">
          <ac:chgData name="Monica Gabriela Torres Torres" userId="209a20f1-8d95-4def-aeab-2ba6158eea0e" providerId="ADAL" clId="{558DF02B-8A16-4A05-AC13-453476C2AB40}" dt="2026-10-12T17:57:31.911" v="1102" actId="478"/>
          <ac:spMkLst>
            <pc:docMk/>
            <pc:sldMk cId="515083225" sldId="290"/>
            <ac:spMk id="11" creationId="{7F0320B8-A038-4D0E-7596-C8C5992D3F68}"/>
          </ac:spMkLst>
        </pc:spChg>
        <pc:spChg chg="del">
          <ac:chgData name="Monica Gabriela Torres Torres" userId="209a20f1-8d95-4def-aeab-2ba6158eea0e" providerId="ADAL" clId="{558DF02B-8A16-4A05-AC13-453476C2AB40}" dt="2026-10-12T17:57:31.911" v="1102" actId="478"/>
          <ac:spMkLst>
            <pc:docMk/>
            <pc:sldMk cId="515083225" sldId="290"/>
            <ac:spMk id="13" creationId="{41E6196E-2BB2-215E-298F-25ED5C93B9A7}"/>
          </ac:spMkLst>
        </pc:spChg>
        <pc:spChg chg="del">
          <ac:chgData name="Monica Gabriela Torres Torres" userId="209a20f1-8d95-4def-aeab-2ba6158eea0e" providerId="ADAL" clId="{558DF02B-8A16-4A05-AC13-453476C2AB40}" dt="2026-10-12T17:57:31.911" v="1102" actId="478"/>
          <ac:spMkLst>
            <pc:docMk/>
            <pc:sldMk cId="515083225" sldId="290"/>
            <ac:spMk id="15" creationId="{30AB1BE0-6071-48DF-A15A-B7C561A79E2F}"/>
          </ac:spMkLst>
        </pc:spChg>
      </pc:sldChg>
      <pc:sldChg chg="addSp delSp modSp del mod modTransition modNotesTx">
        <pc:chgData name="Monica Gabriela Torres Torres" userId="209a20f1-8d95-4def-aeab-2ba6158eea0e" providerId="ADAL" clId="{558DF02B-8A16-4A05-AC13-453476C2AB40}" dt="2026-10-12T17:01:48.931" v="181" actId="47"/>
        <pc:sldMkLst>
          <pc:docMk/>
          <pc:sldMk cId="1299962990" sldId="290"/>
        </pc:sldMkLst>
      </pc:sldChg>
      <pc:sldChg chg="addSp delSp modSp add mod">
        <pc:chgData name="Monica Gabriela Torres Torres" userId="209a20f1-8d95-4def-aeab-2ba6158eea0e" providerId="ADAL" clId="{558DF02B-8A16-4A05-AC13-453476C2AB40}" dt="2026-10-12T17:58:36.596" v="1133" actId="14100"/>
        <pc:sldMkLst>
          <pc:docMk/>
          <pc:sldMk cId="1281769612" sldId="291"/>
        </pc:sldMkLst>
        <pc:spChg chg="add mod">
          <ac:chgData name="Monica Gabriela Torres Torres" userId="209a20f1-8d95-4def-aeab-2ba6158eea0e" providerId="ADAL" clId="{558DF02B-8A16-4A05-AC13-453476C2AB40}" dt="2026-10-12T17:58:36.596" v="1133" actId="14100"/>
          <ac:spMkLst>
            <pc:docMk/>
            <pc:sldMk cId="1281769612" sldId="291"/>
            <ac:spMk id="3" creationId="{689755EE-34F1-37F9-8713-3E0ACCAF77C1}"/>
          </ac:spMkLst>
        </pc:spChg>
        <pc:spChg chg="mod">
          <ac:chgData name="Monica Gabriela Torres Torres" userId="209a20f1-8d95-4def-aeab-2ba6158eea0e" providerId="ADAL" clId="{558DF02B-8A16-4A05-AC13-453476C2AB40}" dt="2026-10-12T17:58:27.781" v="1132" actId="20577"/>
          <ac:spMkLst>
            <pc:docMk/>
            <pc:sldMk cId="1281769612" sldId="291"/>
            <ac:spMk id="5" creationId="{5E9D11B0-A0CA-9CF8-8EA6-2E985DD8B988}"/>
          </ac:spMkLst>
        </pc:spChg>
        <pc:spChg chg="del">
          <ac:chgData name="Monica Gabriela Torres Torres" userId="209a20f1-8d95-4def-aeab-2ba6158eea0e" providerId="ADAL" clId="{558DF02B-8A16-4A05-AC13-453476C2AB40}" dt="2026-10-12T17:56:06.374" v="1098" actId="478"/>
          <ac:spMkLst>
            <pc:docMk/>
            <pc:sldMk cId="1281769612" sldId="291"/>
            <ac:spMk id="9" creationId="{2BCB218E-5196-27E3-626E-C64B4DA2A332}"/>
          </ac:spMkLst>
        </pc:spChg>
        <pc:spChg chg="del">
          <ac:chgData name="Monica Gabriela Torres Torres" userId="209a20f1-8d95-4def-aeab-2ba6158eea0e" providerId="ADAL" clId="{558DF02B-8A16-4A05-AC13-453476C2AB40}" dt="2026-10-12T17:56:06.374" v="1098" actId="478"/>
          <ac:spMkLst>
            <pc:docMk/>
            <pc:sldMk cId="1281769612" sldId="291"/>
            <ac:spMk id="11" creationId="{AE98761D-B93A-40AE-A4FA-C636AB73D929}"/>
          </ac:spMkLst>
        </pc:spChg>
        <pc:spChg chg="del">
          <ac:chgData name="Monica Gabriela Torres Torres" userId="209a20f1-8d95-4def-aeab-2ba6158eea0e" providerId="ADAL" clId="{558DF02B-8A16-4A05-AC13-453476C2AB40}" dt="2026-10-12T17:56:06.374" v="1098" actId="478"/>
          <ac:spMkLst>
            <pc:docMk/>
            <pc:sldMk cId="1281769612" sldId="291"/>
            <ac:spMk id="13" creationId="{6E7AB6DD-DA86-8810-5D4E-CE89FE806D7D}"/>
          </ac:spMkLst>
        </pc:spChg>
        <pc:spChg chg="del">
          <ac:chgData name="Monica Gabriela Torres Torres" userId="209a20f1-8d95-4def-aeab-2ba6158eea0e" providerId="ADAL" clId="{558DF02B-8A16-4A05-AC13-453476C2AB40}" dt="2026-10-12T17:56:06.374" v="1098" actId="478"/>
          <ac:spMkLst>
            <pc:docMk/>
            <pc:sldMk cId="1281769612" sldId="291"/>
            <ac:spMk id="15" creationId="{34D5D71D-4EF2-7080-7BE7-DE7D6A7847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82886-9874-413F-9C8B-582B5375010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DAD18-6BC9-4448-AC85-35A688E1C3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1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88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15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D763-1168-CEF6-E95A-6BAA3954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74B9B41-DF1B-E75D-A8E3-F95AA2BC3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54B5DD-3C21-F04A-F1D2-875928BEC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8799A9-4B4C-B96A-C529-A92E69199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19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60FD-A696-9B2C-09F3-1F294123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523CC1-A073-DD92-68A1-2A798099D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A5BC1A-97BC-665A-EDF5-A80F93ECB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A79BA0-B8E2-2A23-9389-4D4CC9661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90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9C7E-6AC0-4F0E-EA64-C7DA27FA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E71B36-B515-8B30-EFEA-5AE0CEE94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950E26-D097-CA5B-F02C-ACDBBF7E6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65FC0B-169D-F79E-3245-267E43EE2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63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2893-6519-196F-FF38-14B454C9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1DCE63-52FF-E206-D4A2-BB4D25177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C23A1E-6055-15CB-6C0D-72F2FC92E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30534E-E2BA-25BB-F4E3-68B6787D9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05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12D9-9822-60E8-1619-D3E88280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7F25F4-906B-1CEE-61CA-1E98E1BAE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66A28C-98D5-8970-135F-8FCCA3660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6FF836-9426-B812-6943-D266F2D23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64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9AEB-4895-7F31-A4A7-43ED923B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9F9C41-D738-71AD-9C1B-D096C1D2E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718E15-5A39-A077-8F9C-73E74CD6F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comenzar, una señal representa información que puede cambiar con el tiempo o con otra variable.</a:t>
            </a:r>
            <a:br>
              <a:rPr lang="es-MX" dirty="0"/>
            </a:br>
            <a:r>
              <a:rPr lang="es-MX" dirty="0"/>
              <a:t>Un sistema recibe una señal de entrada, realiza algún procesamiento y produce una señal de salida.</a:t>
            </a:r>
            <a:br>
              <a:rPr lang="es-MX" dirty="0"/>
            </a:br>
            <a:r>
              <a:rPr lang="es-MX" dirty="0"/>
              <a:t>Estos conceptos son importantes porque se utilizan en diferentes áreas de la ingeniería, como las comunicaciones, el audio, las imágenes, los sensores y los sistemas de </a:t>
            </a:r>
            <a:r>
              <a:rPr lang="es-MX" dirty="0" err="1"/>
              <a:t>contro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124F73-0BED-E74F-570D-FAD0894D4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DAD18-6BC9-4448-AC85-35A688E1C3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1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31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D7E0-A38A-4F28-AF21-E991899439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695EE-F843-4574-968A-F124BA9202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6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9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5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5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4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7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8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7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07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02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57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54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64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7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11F6ABA-B85A-47C8-98B1-2B7F5C98AE7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1705FE4-A81F-44B5-953A-8A72F15E2B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17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46CD765-C84A-C49A-E12D-F136751C9777}"/>
              </a:ext>
            </a:extLst>
          </p:cNvPr>
          <p:cNvSpPr/>
          <p:nvPr/>
        </p:nvSpPr>
        <p:spPr>
          <a:xfrm>
            <a:off x="3800474" y="354330"/>
            <a:ext cx="211455" cy="61036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9BD44F-76CD-DAF4-6298-53B35BBAB6FA}"/>
              </a:ext>
            </a:extLst>
          </p:cNvPr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lang="es-MX" dirty="0"/>
              <a:t>INGENIERÍA DE SOFTWARE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0721B6B-A316-E237-FF45-8AFAA90A9BE3}"/>
              </a:ext>
            </a:extLst>
          </p:cNvPr>
          <p:cNvSpPr txBox="1"/>
          <p:nvPr/>
        </p:nvSpPr>
        <p:spPr>
          <a:xfrm>
            <a:off x="4294147" y="2666762"/>
            <a:ext cx="7627343" cy="2722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Nombre : Monica Gabriela Torres Torres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Materia: Señales y Sistema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Profesor</a:t>
            </a:r>
            <a:r>
              <a:rPr lang="en-US" sz="2800" b="1" i="1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:Ing, Luis Osvaldo Moreno Gaytan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Fecha : 12 -Oct- 2026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FA3ECD7-850A-569C-4A09-33A0DC054F7C}"/>
              </a:ext>
            </a:extLst>
          </p:cNvPr>
          <p:cNvSpPr/>
          <p:nvPr/>
        </p:nvSpPr>
        <p:spPr>
          <a:xfrm>
            <a:off x="9710967" y="-31243"/>
            <a:ext cx="1756410" cy="7104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74756">
              <a:spcAft>
                <a:spcPts val="528"/>
              </a:spcAft>
            </a:pPr>
            <a:r>
              <a:rPr lang="es-MX" b="1" kern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doni MT Black" panose="02070A03080606020203" pitchFamily="18" charset="0"/>
                <a:cs typeface="Calibri" panose="020F0502020204030204" pitchFamily="34" charset="0"/>
              </a:rPr>
              <a:t>Universidad </a:t>
            </a:r>
          </a:p>
          <a:p>
            <a:pPr algn="ctr" defTabSz="474756">
              <a:spcAft>
                <a:spcPts val="528"/>
              </a:spcAft>
            </a:pPr>
            <a:r>
              <a:rPr lang="es-MX" b="1" kern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doni MT Black" panose="02070A03080606020203" pitchFamily="18" charset="0"/>
                <a:cs typeface="Calibri" panose="020F0502020204030204" pitchFamily="34" charset="0"/>
              </a:rPr>
              <a:t>Ciudadana</a:t>
            </a:r>
            <a:endParaRPr lang="es-MX" sz="3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odoni MT Black" panose="02070A030806060202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46DA520-FB52-929F-F01C-CB9205259560}"/>
              </a:ext>
            </a:extLst>
          </p:cNvPr>
          <p:cNvGrpSpPr/>
          <p:nvPr/>
        </p:nvGrpSpPr>
        <p:grpSpPr>
          <a:xfrm>
            <a:off x="11341648" y="0"/>
            <a:ext cx="786304" cy="821468"/>
            <a:chOff x="10946525" y="23008"/>
            <a:chExt cx="1245475" cy="1202102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58B5437-5B5F-2392-A1E8-AB7853E1D5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2681" b="82971" l="23962" r="68051">
                          <a14:foregroundMark x1="52396" y1="54348" x2="52396" y2="54348"/>
                          <a14:foregroundMark x1="58147" y1="42391" x2="58147" y2="42391"/>
                          <a14:foregroundMark x1="26518" y1="38406" x2="26518" y2="38406"/>
                          <a14:foregroundMark x1="37061" y1="53986" x2="37061" y2="53986"/>
                          <a14:foregroundMark x1="44728" y1="46739" x2="44728" y2="46739"/>
                          <a14:foregroundMark x1="46645" y1="38768" x2="46645" y2="38768"/>
                          <a14:foregroundMark x1="48562" y1="41304" x2="48562" y2="41304"/>
                          <a14:foregroundMark x1="49521" y1="46739" x2="49521" y2="46739"/>
                          <a14:foregroundMark x1="50799" y1="65942" x2="50799" y2="65942"/>
                          <a14:foregroundMark x1="66134" y1="12681" x2="66134" y2="12681"/>
                          <a14:foregroundMark x1="62939" y1="18478" x2="62939" y2="18478"/>
                          <a14:foregroundMark x1="37061" y1="19565" x2="37061" y2="19565"/>
                          <a14:foregroundMark x1="32268" y1="18478" x2="32268" y2="18478"/>
                          <a14:foregroundMark x1="39297" y1="46739" x2="39297" y2="46739"/>
                          <a14:foregroundMark x1="51757" y1="40580" x2="51757" y2="40580"/>
                          <a14:foregroundMark x1="54313" y1="48551" x2="54313" y2="48551"/>
                          <a14:foregroundMark x1="54313" y1="48551" x2="54313" y2="48551"/>
                          <a14:foregroundMark x1="54313" y1="48551" x2="54313" y2="48551"/>
                          <a14:foregroundMark x1="49840" y1="49638" x2="49840" y2="49638"/>
                          <a14:foregroundMark x1="38019" y1="49638" x2="38019" y2="49638"/>
                          <a14:foregroundMark x1="36422" y1="53986" x2="36422" y2="53986"/>
                          <a14:foregroundMark x1="36422" y1="57609" x2="36422" y2="57609"/>
                          <a14:foregroundMark x1="36102" y1="63043" x2="36102" y2="63043"/>
                          <a14:foregroundMark x1="35463" y1="67754" x2="35463" y2="67754"/>
                          <a14:foregroundMark x1="37061" y1="69928" x2="37061" y2="69928"/>
                          <a14:foregroundMark x1="44089" y1="72464" x2="44089" y2="72464"/>
                          <a14:foregroundMark x1="42812" y1="72464" x2="42812" y2="72464"/>
                          <a14:foregroundMark x1="39297" y1="73551" x2="39297" y2="73551"/>
                          <a14:foregroundMark x1="40895" y1="73551" x2="40895" y2="73551"/>
                          <a14:foregroundMark x1="42812" y1="73551" x2="42812" y2="73551"/>
                          <a14:foregroundMark x1="44728" y1="76087" x2="44728" y2="76087"/>
                          <a14:foregroundMark x1="49840" y1="73188" x2="49840" y2="73188"/>
                          <a14:foregroundMark x1="55591" y1="69928" x2="55591" y2="69928"/>
                          <a14:foregroundMark x1="53674" y1="69565" x2="53674" y2="69565"/>
                          <a14:foregroundMark x1="55591" y1="64130" x2="55591" y2="64130"/>
                          <a14:foregroundMark x1="56230" y1="58696" x2="56230" y2="58696"/>
                          <a14:foregroundMark x1="50799" y1="61232" x2="50799" y2="61232"/>
                          <a14:foregroundMark x1="48562" y1="55072" x2="48562" y2="55072"/>
                          <a14:foregroundMark x1="55272" y1="49275" x2="55272" y2="49275"/>
                          <a14:foregroundMark x1="57508" y1="50362" x2="57508" y2="50362"/>
                          <a14:foregroundMark x1="46965" y1="53261" x2="46965" y2="53261"/>
                          <a14:foregroundMark x1="46645" y1="55072" x2="46645" y2="55072"/>
                          <a14:foregroundMark x1="62300" y1="17391" x2="62300" y2="17391"/>
                          <a14:foregroundMark x1="58147" y1="19565" x2="58147" y2="19565"/>
                          <a14:backgroundMark x1="47604" y1="57971" x2="47604" y2="57971"/>
                          <a14:backgroundMark x1="47923" y1="52174" x2="47923" y2="52174"/>
                          <a14:backgroundMark x1="57188" y1="23913" x2="57188" y2="23913"/>
                          <a14:backgroundMark x1="55272" y1="18478" x2="55272" y2="18478"/>
                          <a14:backgroundMark x1="38339" y1="18478" x2="38339" y2="18478"/>
                          <a14:backgroundMark x1="26518" y1="18478" x2="26518" y2="18478"/>
                          <a14:backgroundMark x1="33546" y1="51449" x2="33546" y2="51449"/>
                          <a14:backgroundMark x1="42173" y1="73551" x2="42173" y2="73551"/>
                        </a14:backgroundRemoval>
                      </a14:imgEffect>
                    </a14:imgLayer>
                  </a14:imgProps>
                </a:ext>
              </a:extLst>
            </a:blip>
            <a:srcRect l="18749" t="10725" r="26270" b="8926"/>
            <a:stretch/>
          </p:blipFill>
          <p:spPr>
            <a:xfrm>
              <a:off x="10946525" y="23008"/>
              <a:ext cx="1245475" cy="1156382"/>
            </a:xfrm>
            <a:prstGeom prst="rect">
              <a:avLst/>
            </a:prstGeom>
          </p:spPr>
        </p:pic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A2B862C3-1BC6-58AE-05FD-72F18C415353}"/>
                </a:ext>
              </a:extLst>
            </p:cNvPr>
            <p:cNvCxnSpPr>
              <a:cxnSpLocks/>
            </p:cNvCxnSpPr>
            <p:nvPr/>
          </p:nvCxnSpPr>
          <p:spPr>
            <a:xfrm>
              <a:off x="11045305" y="1225110"/>
              <a:ext cx="999342" cy="0"/>
            </a:xfrm>
            <a:prstGeom prst="line">
              <a:avLst/>
            </a:prstGeom>
            <a:ln w="104775">
              <a:solidFill>
                <a:srgbClr val="FF993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1ACA409E-4C59-F073-334C-063F0922AC16}"/>
              </a:ext>
            </a:extLst>
          </p:cNvPr>
          <p:cNvSpPr txBox="1"/>
          <p:nvPr/>
        </p:nvSpPr>
        <p:spPr>
          <a:xfrm>
            <a:off x="4477741" y="5001144"/>
            <a:ext cx="6336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s-MX" b="1" i="0" dirty="0">
                <a:solidFill>
                  <a:schemeClr val="tx1"/>
                </a:solidFill>
                <a:effectLst/>
                <a:latin typeface="Californian FB" panose="0207040306080B030204" pitchFamily="18" charset="0"/>
              </a:rPr>
              <a:t>                                      Actividades 2:</a:t>
            </a:r>
          </a:p>
          <a:p>
            <a:pPr indent="0" algn="l">
              <a:buNone/>
            </a:pPr>
            <a:r>
              <a:rPr lang="es-MX" b="1" i="0" dirty="0">
                <a:solidFill>
                  <a:schemeClr val="tx1"/>
                </a:solidFill>
                <a:effectLst/>
                <a:latin typeface="Californian FB" panose="0207040306080B030204" pitchFamily="18" charset="0"/>
              </a:rPr>
              <a:t>Simulación y análisis de señales con la transformada de Fourier</a:t>
            </a:r>
            <a:endParaRPr lang="es-MX" b="1" i="0" dirty="0">
              <a:solidFill>
                <a:srgbClr val="1D2125"/>
              </a:solidFill>
              <a:effectLst/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7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508">
        <p:fade/>
      </p:transition>
    </mc:Choice>
    <mc:Fallback xmlns="">
      <p:transition spd="med" advTm="23508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E82211C-3CFF-81A0-5013-B38302F4B14C}"/>
              </a:ext>
            </a:extLst>
          </p:cNvPr>
          <p:cNvSpPr txBox="1"/>
          <p:nvPr/>
        </p:nvSpPr>
        <p:spPr>
          <a:xfrm>
            <a:off x="333336" y="73479"/>
            <a:ext cx="4658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Introducción y objetivo 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1F465A5-EF97-A484-1842-B9ED83011801}"/>
              </a:ext>
            </a:extLst>
          </p:cNvPr>
          <p:cNvSpPr txBox="1"/>
          <p:nvPr/>
        </p:nvSpPr>
        <p:spPr>
          <a:xfrm>
            <a:off x="640080" y="1143000"/>
            <a:ext cx="5303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La </a:t>
            </a:r>
            <a:r>
              <a:rPr dirty="0" err="1">
                <a:latin typeface="Californian FB" panose="0207040306080B030204" pitchFamily="18" charset="0"/>
              </a:rPr>
              <a:t>Transformada</a:t>
            </a:r>
            <a:r>
              <a:rPr dirty="0">
                <a:latin typeface="Californian FB" panose="0207040306080B030204" pitchFamily="18" charset="0"/>
              </a:rPr>
              <a:t> de Fourier </a:t>
            </a:r>
            <a:r>
              <a:rPr dirty="0" err="1">
                <a:latin typeface="Californian FB" panose="0207040306080B030204" pitchFamily="18" charset="0"/>
              </a:rPr>
              <a:t>permite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estudiar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una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señal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desde</a:t>
            </a:r>
            <a:r>
              <a:rPr dirty="0">
                <a:latin typeface="Californian FB" panose="0207040306080B030204" pitchFamily="18" charset="0"/>
              </a:rPr>
              <a:t> dos </a:t>
            </a:r>
            <a:r>
              <a:rPr dirty="0" err="1">
                <a:latin typeface="Californian FB" panose="0207040306080B030204" pitchFamily="18" charset="0"/>
              </a:rPr>
              <a:t>perspectivas</a:t>
            </a:r>
            <a:r>
              <a:rPr dirty="0">
                <a:latin typeface="Californian FB" panose="0207040306080B030204" pitchFamily="18" charset="0"/>
              </a:rPr>
              <a:t>: </a:t>
            </a:r>
            <a:r>
              <a:rPr dirty="0" err="1">
                <a:latin typeface="Californian FB" panose="0207040306080B030204" pitchFamily="18" charset="0"/>
              </a:rPr>
              <a:t>cómo</a:t>
            </a:r>
            <a:r>
              <a:rPr dirty="0">
                <a:latin typeface="Californian FB" panose="0207040306080B030204" pitchFamily="18" charset="0"/>
              </a:rPr>
              <a:t> cambia con el </a:t>
            </a:r>
            <a:r>
              <a:rPr dirty="0" err="1">
                <a:latin typeface="Californian FB" panose="0207040306080B030204" pitchFamily="18" charset="0"/>
              </a:rPr>
              <a:t>tiempo</a:t>
            </a:r>
            <a:r>
              <a:rPr dirty="0">
                <a:latin typeface="Californian FB" panose="0207040306080B030204" pitchFamily="18" charset="0"/>
              </a:rPr>
              <a:t> y </a:t>
            </a:r>
            <a:r>
              <a:rPr dirty="0" err="1">
                <a:latin typeface="Californian FB" panose="0207040306080B030204" pitchFamily="18" charset="0"/>
              </a:rPr>
              <a:t>qué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frecuencias</a:t>
            </a:r>
            <a:r>
              <a:rPr dirty="0">
                <a:latin typeface="Californian FB" panose="0207040306080B030204" pitchFamily="18" charset="0"/>
              </a:rPr>
              <a:t> la </a:t>
            </a:r>
            <a:r>
              <a:rPr dirty="0" err="1">
                <a:latin typeface="Californian FB" panose="0207040306080B030204" pitchFamily="18" charset="0"/>
              </a:rPr>
              <a:t>componen</a:t>
            </a:r>
            <a:r>
              <a:rPr dirty="0">
                <a:latin typeface="Californian FB" panose="0207040306080B030204" pitchFamily="18" charset="0"/>
              </a:rPr>
              <a:t>. La FFT </a:t>
            </a:r>
            <a:r>
              <a:rPr dirty="0" err="1">
                <a:latin typeface="Californian FB" panose="0207040306080B030204" pitchFamily="18" charset="0"/>
              </a:rPr>
              <a:t>facilita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realizar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este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análisis</a:t>
            </a:r>
            <a:r>
              <a:rPr dirty="0">
                <a:latin typeface="Californian FB" panose="0207040306080B030204" pitchFamily="18" charset="0"/>
              </a:rPr>
              <a:t> con </a:t>
            </a:r>
            <a:r>
              <a:rPr dirty="0" err="1">
                <a:latin typeface="Californian FB" panose="0207040306080B030204" pitchFamily="18" charset="0"/>
              </a:rPr>
              <a:t>una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computadora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26B3675-7C8A-0771-F1E3-53DAAD30FD06}"/>
              </a:ext>
            </a:extLst>
          </p:cNvPr>
          <p:cNvSpPr txBox="1"/>
          <p:nvPr/>
        </p:nvSpPr>
        <p:spPr>
          <a:xfrm>
            <a:off x="640080" y="3337560"/>
            <a:ext cx="53035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 err="1">
                <a:latin typeface="Californian FB" panose="0207040306080B030204" pitchFamily="18" charset="0"/>
              </a:rPr>
              <a:t>Objetivo</a:t>
            </a:r>
            <a:r>
              <a:rPr dirty="0">
                <a:latin typeface="Californian FB" panose="0207040306080B030204" pitchFamily="18" charset="0"/>
              </a:rPr>
              <a:t> general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 err="1">
                <a:latin typeface="Californian FB" panose="0207040306080B030204" pitchFamily="18" charset="0"/>
              </a:rPr>
              <a:t>Analizar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señales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elementales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en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los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dominios</a:t>
            </a:r>
            <a:r>
              <a:rPr dirty="0">
                <a:latin typeface="Californian FB" panose="0207040306080B030204" pitchFamily="18" charset="0"/>
              </a:rPr>
              <a:t> del </a:t>
            </a:r>
            <a:r>
              <a:rPr dirty="0" err="1">
                <a:latin typeface="Californian FB" panose="0207040306080B030204" pitchFamily="18" charset="0"/>
              </a:rPr>
              <a:t>tiempo</a:t>
            </a:r>
            <a:r>
              <a:rPr dirty="0">
                <a:latin typeface="Californian FB" panose="0207040306080B030204" pitchFamily="18" charset="0"/>
              </a:rPr>
              <a:t> y la </a:t>
            </a:r>
            <a:r>
              <a:rPr dirty="0" err="1">
                <a:latin typeface="Californian FB" panose="0207040306080B030204" pitchFamily="18" charset="0"/>
              </a:rPr>
              <a:t>frecuencia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mediante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simulaciones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en</a:t>
            </a:r>
            <a:r>
              <a:rPr dirty="0">
                <a:latin typeface="Californian FB" panose="0207040306080B030204" pitchFamily="18" charset="0"/>
              </a:rPr>
              <a:t> Python.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 err="1">
                <a:latin typeface="Californian FB" panose="0207040306080B030204" pitchFamily="18" charset="0"/>
              </a:rPr>
              <a:t>Objetivos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específicos</a:t>
            </a: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</a:t>
            </a:r>
            <a:r>
              <a:rPr dirty="0" err="1">
                <a:latin typeface="Californian FB" panose="0207040306080B030204" pitchFamily="18" charset="0"/>
              </a:rPr>
              <a:t>Generar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pulso</a:t>
            </a:r>
            <a:r>
              <a:rPr dirty="0">
                <a:latin typeface="Californian FB" panose="0207040306080B030204" pitchFamily="18" charset="0"/>
              </a:rPr>
              <a:t>, </a:t>
            </a:r>
            <a:r>
              <a:rPr dirty="0" err="1">
                <a:latin typeface="Californian FB" panose="0207040306080B030204" pitchFamily="18" charset="0"/>
              </a:rPr>
              <a:t>escalón</a:t>
            </a:r>
            <a:r>
              <a:rPr dirty="0">
                <a:latin typeface="Californian FB" panose="0207040306080B030204" pitchFamily="18" charset="0"/>
              </a:rPr>
              <a:t> y </a:t>
            </a:r>
            <a:r>
              <a:rPr dirty="0" err="1">
                <a:latin typeface="Californian FB" panose="0207040306080B030204" pitchFamily="18" charset="0"/>
              </a:rPr>
              <a:t>sinusoide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</a:t>
            </a:r>
            <a:r>
              <a:rPr dirty="0" err="1">
                <a:latin typeface="Californian FB" panose="0207040306080B030204" pitchFamily="18" charset="0"/>
              </a:rPr>
              <a:t>Calcular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magnitud</a:t>
            </a:r>
            <a:r>
              <a:rPr dirty="0">
                <a:latin typeface="Californian FB" panose="0207040306080B030204" pitchFamily="18" charset="0"/>
              </a:rPr>
              <a:t> y </a:t>
            </a:r>
            <a:r>
              <a:rPr dirty="0" err="1">
                <a:latin typeface="Californian FB" panose="0207040306080B030204" pitchFamily="18" charset="0"/>
              </a:rPr>
              <a:t>fase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</a:t>
            </a:r>
            <a:r>
              <a:rPr dirty="0" err="1">
                <a:latin typeface="Californian FB" panose="0207040306080B030204" pitchFamily="18" charset="0"/>
              </a:rPr>
              <a:t>Verificar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propiedades</a:t>
            </a:r>
            <a:r>
              <a:rPr dirty="0">
                <a:latin typeface="Californian FB" panose="0207040306080B030204" pitchFamily="18" charset="0"/>
              </a:rPr>
              <a:t> de Fourier.</a:t>
            </a:r>
          </a:p>
        </p:txBody>
      </p:sp>
      <p:pic>
        <p:nvPicPr>
          <p:cNvPr id="17" name="Picture 7" descr="senal_senoidal.png">
            <a:extLst>
              <a:ext uri="{FF2B5EF4-FFF2-40B4-BE49-F238E27FC236}">
                <a16:creationId xmlns:a16="http://schemas.microsoft.com/office/drawing/2014/main" id="{8F73479B-2712-99B7-169F-089B60BBF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03520" cy="4297680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75657766-36AC-683E-83B9-BA1DAAADA387}"/>
              </a:ext>
            </a:extLst>
          </p:cNvPr>
          <p:cNvSpPr txBox="1"/>
          <p:nvPr/>
        </p:nvSpPr>
        <p:spPr>
          <a:xfrm>
            <a:off x="6309360" y="5623560"/>
            <a:ext cx="5699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68B4"/>
                </a:solidFill>
                <a:latin typeface="Aptos"/>
              </a:defRPr>
            </a:pPr>
            <a:r>
              <a:rPr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Aplicaciones: audio, telecomunicaciones, electrónica y vibraciones.</a:t>
            </a:r>
          </a:p>
        </p:txBody>
      </p:sp>
    </p:spTree>
    <p:extLst>
      <p:ext uri="{BB962C8B-B14F-4D97-AF65-F5344CB8AC3E}">
        <p14:creationId xmlns:p14="http://schemas.microsoft.com/office/powerpoint/2010/main" val="428747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3665-3645-8C72-7903-5B841009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604E386-1C1B-7239-9413-5B51EF8F9A76}"/>
              </a:ext>
            </a:extLst>
          </p:cNvPr>
          <p:cNvSpPr txBox="1"/>
          <p:nvPr/>
        </p:nvSpPr>
        <p:spPr>
          <a:xfrm>
            <a:off x="333336" y="73479"/>
            <a:ext cx="40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Fundamento teórico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F51CE-8CF9-ADC9-E84A-72D13AC5B5D0}"/>
              </a:ext>
            </a:extLst>
          </p:cNvPr>
          <p:cNvSpPr txBox="1"/>
          <p:nvPr/>
        </p:nvSpPr>
        <p:spPr>
          <a:xfrm>
            <a:off x="731520" y="1188720"/>
            <a:ext cx="5577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F2D5C"/>
                </a:solidFill>
                <a:latin typeface="Aptos"/>
              </a:defRPr>
            </a:pPr>
            <a:r>
              <a:rPr sz="22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Definición</a:t>
            </a:r>
            <a:r>
              <a:rPr sz="22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para </a:t>
            </a:r>
            <a:r>
              <a:rPr sz="22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una</a:t>
            </a:r>
            <a:r>
              <a:rPr sz="22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</a:t>
            </a:r>
            <a:r>
              <a:rPr sz="22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señal</a:t>
            </a:r>
            <a:r>
              <a:rPr sz="22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continua: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48D0F-35FA-4B5C-830F-423CDB14EEB8}"/>
              </a:ext>
            </a:extLst>
          </p:cNvPr>
          <p:cNvSpPr txBox="1"/>
          <p:nvPr/>
        </p:nvSpPr>
        <p:spPr>
          <a:xfrm>
            <a:off x="731520" y="2880360"/>
            <a:ext cx="530352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sz="1600" dirty="0">
                <a:latin typeface="Californian FB" panose="0207040306080B030204" pitchFamily="18" charset="0"/>
              </a:rPr>
              <a:t>Donde: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sz="1600" dirty="0">
                <a:latin typeface="Californian FB" panose="0207040306080B030204" pitchFamily="18" charset="0"/>
              </a:rPr>
              <a:t>• x(t): </a:t>
            </a:r>
            <a:r>
              <a:rPr sz="1600" dirty="0" err="1">
                <a:latin typeface="Californian FB" panose="0207040306080B030204" pitchFamily="18" charset="0"/>
              </a:rPr>
              <a:t>señal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en</a:t>
            </a:r>
            <a:r>
              <a:rPr sz="1600" dirty="0">
                <a:latin typeface="Californian FB" panose="0207040306080B030204" pitchFamily="18" charset="0"/>
              </a:rPr>
              <a:t> el </a:t>
            </a:r>
            <a:r>
              <a:rPr sz="1600" dirty="0" err="1">
                <a:latin typeface="Californian FB" panose="0207040306080B030204" pitchFamily="18" charset="0"/>
              </a:rPr>
              <a:t>tiempo</a:t>
            </a:r>
            <a:r>
              <a:rPr sz="1600"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sz="1600" dirty="0">
                <a:latin typeface="Californian FB" panose="0207040306080B030204" pitchFamily="18" charset="0"/>
              </a:rPr>
              <a:t>• X(f): </a:t>
            </a:r>
            <a:r>
              <a:rPr sz="1600" dirty="0" err="1">
                <a:latin typeface="Californian FB" panose="0207040306080B030204" pitchFamily="18" charset="0"/>
              </a:rPr>
              <a:t>representación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en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frecuencia</a:t>
            </a:r>
            <a:r>
              <a:rPr sz="1600"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sz="1600" dirty="0">
                <a:latin typeface="Californian FB" panose="0207040306080B030204" pitchFamily="18" charset="0"/>
              </a:rPr>
              <a:t>• f: </a:t>
            </a:r>
            <a:r>
              <a:rPr sz="1600" dirty="0" err="1">
                <a:latin typeface="Californian FB" panose="0207040306080B030204" pitchFamily="18" charset="0"/>
              </a:rPr>
              <a:t>frecuencia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en</a:t>
            </a:r>
            <a:r>
              <a:rPr sz="1600" dirty="0">
                <a:latin typeface="Californian FB" panose="0207040306080B030204" pitchFamily="18" charset="0"/>
              </a:rPr>
              <a:t> hertz (Hz).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sz="1600" dirty="0">
                <a:latin typeface="Californian FB" panose="0207040306080B030204" pitchFamily="18" charset="0"/>
              </a:rPr>
              <a:t>• j: </a:t>
            </a:r>
            <a:r>
              <a:rPr sz="1600" dirty="0" err="1">
                <a:latin typeface="Californian FB" panose="0207040306080B030204" pitchFamily="18" charset="0"/>
              </a:rPr>
              <a:t>unidad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imaginaria</a:t>
            </a:r>
            <a:r>
              <a:rPr sz="1600"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sz="1600"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sz="1600" dirty="0">
                <a:latin typeface="Californian FB" panose="0207040306080B030204" pitchFamily="18" charset="0"/>
              </a:rPr>
              <a:t>La FFT es un </a:t>
            </a:r>
            <a:r>
              <a:rPr sz="1600" dirty="0" err="1">
                <a:latin typeface="Californian FB" panose="0207040306080B030204" pitchFamily="18" charset="0"/>
              </a:rPr>
              <a:t>algoritmo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eficiente</a:t>
            </a:r>
            <a:r>
              <a:rPr sz="1600" dirty="0">
                <a:latin typeface="Californian FB" panose="0207040306080B030204" pitchFamily="18" charset="0"/>
              </a:rPr>
              <a:t> para </a:t>
            </a:r>
            <a:r>
              <a:rPr sz="1600" dirty="0" err="1">
                <a:latin typeface="Californian FB" panose="0207040306080B030204" pitchFamily="18" charset="0"/>
              </a:rPr>
              <a:t>calcular</a:t>
            </a:r>
            <a:r>
              <a:rPr sz="1600" dirty="0">
                <a:latin typeface="Californian FB" panose="0207040306080B030204" pitchFamily="18" charset="0"/>
              </a:rPr>
              <a:t> la </a:t>
            </a:r>
            <a:r>
              <a:rPr sz="1600" dirty="0" err="1">
                <a:latin typeface="Californian FB" panose="0207040306080B030204" pitchFamily="18" charset="0"/>
              </a:rPr>
              <a:t>transformada</a:t>
            </a:r>
            <a:r>
              <a:rPr sz="1600" dirty="0">
                <a:latin typeface="Californian FB" panose="0207040306080B030204" pitchFamily="18" charset="0"/>
              </a:rPr>
              <a:t> de </a:t>
            </a:r>
            <a:r>
              <a:rPr sz="1600" dirty="0" err="1">
                <a:latin typeface="Californian FB" panose="0207040306080B030204" pitchFamily="18" charset="0"/>
              </a:rPr>
              <a:t>señales</a:t>
            </a:r>
            <a:r>
              <a:rPr sz="1600" dirty="0">
                <a:latin typeface="Californian FB" panose="0207040306080B030204" pitchFamily="18" charset="0"/>
              </a:rPr>
              <a:t> </a:t>
            </a:r>
            <a:r>
              <a:rPr sz="1600" dirty="0" err="1">
                <a:latin typeface="Californian FB" panose="0207040306080B030204" pitchFamily="18" charset="0"/>
              </a:rPr>
              <a:t>muestreadas</a:t>
            </a:r>
            <a:r>
              <a:rPr sz="1600"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5A3D48D7-129A-DD80-CE13-0B5509ED5998}"/>
              </a:ext>
            </a:extLst>
          </p:cNvPr>
          <p:cNvSpPr txBox="1"/>
          <p:nvPr/>
        </p:nvSpPr>
        <p:spPr>
          <a:xfrm>
            <a:off x="6400800" y="1234440"/>
            <a:ext cx="4937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F2D5C"/>
                </a:solidFill>
                <a:latin typeface="Aptos"/>
              </a:defRPr>
            </a:pPr>
            <a:r>
              <a:rPr dirty="0" err="1">
                <a:latin typeface="Californian FB" panose="0207040306080B030204" pitchFamily="18" charset="0"/>
              </a:rPr>
              <a:t>Propiedades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importantes</a:t>
            </a:r>
            <a:endParaRPr dirty="0">
              <a:latin typeface="Californian FB" panose="0207040306080B030204" pitchFamily="18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4BE25BAB-4FBD-92EE-1191-90207E139BEC}"/>
              </a:ext>
            </a:extLst>
          </p:cNvPr>
          <p:cNvSpPr txBox="1"/>
          <p:nvPr/>
        </p:nvSpPr>
        <p:spPr>
          <a:xfrm>
            <a:off x="6400800" y="1874519"/>
            <a:ext cx="4937760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1. </a:t>
            </a:r>
            <a:r>
              <a:rPr dirty="0" err="1">
                <a:latin typeface="Californian FB" panose="0207040306080B030204" pitchFamily="18" charset="0"/>
              </a:rPr>
              <a:t>Linealidad</a:t>
            </a:r>
            <a:r>
              <a:rPr dirty="0">
                <a:latin typeface="Californian FB" panose="0207040306080B030204" pitchFamily="18" charset="0"/>
              </a:rPr>
              <a:t>: la </a:t>
            </a:r>
            <a:r>
              <a:rPr dirty="0" err="1">
                <a:latin typeface="Californian FB" panose="0207040306080B030204" pitchFamily="18" charset="0"/>
              </a:rPr>
              <a:t>transformada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una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suma</a:t>
            </a:r>
            <a:r>
              <a:rPr dirty="0">
                <a:latin typeface="Californian FB" panose="0207040306080B030204" pitchFamily="18" charset="0"/>
              </a:rPr>
              <a:t> es la </a:t>
            </a:r>
            <a:r>
              <a:rPr dirty="0" err="1">
                <a:latin typeface="Californian FB" panose="0207040306080B030204" pitchFamily="18" charset="0"/>
              </a:rPr>
              <a:t>suma</a:t>
            </a:r>
            <a:r>
              <a:rPr dirty="0">
                <a:latin typeface="Californian FB" panose="0207040306080B030204" pitchFamily="18" charset="0"/>
              </a:rPr>
              <a:t> de las </a:t>
            </a:r>
            <a:r>
              <a:rPr dirty="0" err="1">
                <a:latin typeface="Californian FB" panose="0207040306080B030204" pitchFamily="18" charset="0"/>
              </a:rPr>
              <a:t>transformadas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2. </a:t>
            </a:r>
            <a:r>
              <a:rPr dirty="0" err="1">
                <a:latin typeface="Californian FB" panose="0207040306080B030204" pitchFamily="18" charset="0"/>
              </a:rPr>
              <a:t>Desplazamiento</a:t>
            </a:r>
            <a:r>
              <a:rPr dirty="0">
                <a:latin typeface="Californian FB" panose="0207040306080B030204" pitchFamily="18" charset="0"/>
              </a:rPr>
              <a:t> temporal: </a:t>
            </a:r>
            <a:r>
              <a:rPr dirty="0" err="1">
                <a:latin typeface="Californian FB" panose="0207040306080B030204" pitchFamily="18" charset="0"/>
              </a:rPr>
              <a:t>modifica</a:t>
            </a:r>
            <a:r>
              <a:rPr dirty="0">
                <a:latin typeface="Californian FB" panose="0207040306080B030204" pitchFamily="18" charset="0"/>
              </a:rPr>
              <a:t> la </a:t>
            </a:r>
            <a:r>
              <a:rPr dirty="0" err="1">
                <a:latin typeface="Californian FB" panose="0207040306080B030204" pitchFamily="18" charset="0"/>
              </a:rPr>
              <a:t>fase</a:t>
            </a:r>
            <a:r>
              <a:rPr dirty="0">
                <a:latin typeface="Californian FB" panose="0207040306080B030204" pitchFamily="18" charset="0"/>
              </a:rPr>
              <a:t> del </a:t>
            </a:r>
            <a:r>
              <a:rPr dirty="0" err="1">
                <a:latin typeface="Californian FB" panose="0207040306080B030204" pitchFamily="18" charset="0"/>
              </a:rPr>
              <a:t>espectro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3. </a:t>
            </a:r>
            <a:r>
              <a:rPr dirty="0" err="1">
                <a:latin typeface="Californian FB" panose="0207040306080B030204" pitchFamily="18" charset="0"/>
              </a:rPr>
              <a:t>Escalamiento</a:t>
            </a:r>
            <a:r>
              <a:rPr dirty="0">
                <a:latin typeface="Californian FB" panose="0207040306080B030204" pitchFamily="18" charset="0"/>
              </a:rPr>
              <a:t>: </a:t>
            </a:r>
            <a:r>
              <a:rPr dirty="0" err="1">
                <a:latin typeface="Californian FB" panose="0207040306080B030204" pitchFamily="18" charset="0"/>
              </a:rPr>
              <a:t>comprimir</a:t>
            </a:r>
            <a:r>
              <a:rPr dirty="0">
                <a:latin typeface="Californian FB" panose="0207040306080B030204" pitchFamily="18" charset="0"/>
              </a:rPr>
              <a:t> la </a:t>
            </a:r>
            <a:r>
              <a:rPr dirty="0" err="1">
                <a:latin typeface="Californian FB" panose="0207040306080B030204" pitchFamily="18" charset="0"/>
              </a:rPr>
              <a:t>señal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en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tiempo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amplía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su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espectro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en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frecuencia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6D50E9D7-DD66-0480-4736-0A2B2861C12E}"/>
              </a:ext>
            </a:extLst>
          </p:cNvPr>
          <p:cNvSpPr txBox="1"/>
          <p:nvPr/>
        </p:nvSpPr>
        <p:spPr>
          <a:xfrm>
            <a:off x="6232849" y="5623560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96AA"/>
                </a:solidFill>
                <a:latin typeface="Aptos"/>
              </a:defRPr>
            </a:pPr>
            <a:r>
              <a:rPr sz="16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Magnitud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= </a:t>
            </a:r>
            <a:r>
              <a:rPr sz="16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intensidad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de </a:t>
            </a:r>
            <a:r>
              <a:rPr sz="16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cada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</a:t>
            </a:r>
            <a:r>
              <a:rPr sz="16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componente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; </a:t>
            </a:r>
            <a:r>
              <a:rPr sz="16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fase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= </a:t>
            </a:r>
            <a:r>
              <a:rPr sz="1600" dirty="0" err="1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posición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  <a:latin typeface="Californian FB" panose="0207040306080B030204" pitchFamily="18" charset="0"/>
              </a:rPr>
              <a:t> angular.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E83194D-8BDF-BA81-561D-5E7171E60DB5}"/>
                  </a:ext>
                </a:extLst>
              </p:cNvPr>
              <p:cNvSpPr txBox="1"/>
              <p:nvPr/>
            </p:nvSpPr>
            <p:spPr>
              <a:xfrm>
                <a:off x="457200" y="1665327"/>
                <a:ext cx="4937760" cy="689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MX" i="1" smtClean="0">
                          <a:latin typeface="+mn-lt"/>
                        </a:rPr>
                        <m:t>𝑋</m:t>
                      </m:r>
                      <m:d>
                        <m:dPr>
                          <m:ctrlPr>
                            <a:rPr lang="es-MX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s-MX" i="1">
                              <a:latin typeface="+mn-lt"/>
                            </a:rPr>
                            <m:t>𝑓</m:t>
                          </m:r>
                        </m:e>
                      </m:d>
                      <m:r>
                        <a:rPr lang="es-MX" i="0">
                          <a:latin typeface="+mn-lt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s-MX" i="0">
                              <a:latin typeface="+mn-lt"/>
                            </a:rPr>
                          </m:ctrlPr>
                        </m:naryPr>
                        <m:sub>
                          <m:r>
                            <a:rPr lang="es-MX" i="0">
                              <a:latin typeface="+mn-lt"/>
                            </a:rPr>
                            <m:t>−∞</m:t>
                          </m:r>
                        </m:sub>
                        <m:sup>
                          <m:r>
                            <a:rPr lang="es-MX" i="0">
                              <a:latin typeface="+mn-lt"/>
                            </a:rPr>
                            <m:t>∞</m:t>
                          </m:r>
                        </m:sup>
                        <m:e>
                          <m:r>
                            <a:rPr lang="es-MX" i="1">
                              <a:latin typeface="+mn-lt"/>
                            </a:rPr>
                            <m:t>𝑥</m:t>
                          </m:r>
                        </m:e>
                      </m:nary>
                      <m:d>
                        <m:dPr>
                          <m:ctrlPr>
                            <a:rPr lang="es-MX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s-MX" i="1">
                              <a:latin typeface="+mn-lt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s-MX" i="1">
                              <a:latin typeface="+mn-lt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+mn-lt"/>
                            </a:rPr>
                            <m:t>𝑒</m:t>
                          </m:r>
                        </m:e>
                        <m:sup>
                          <m:r>
                            <a:rPr lang="es-MX" i="0">
                              <a:latin typeface="+mn-lt"/>
                            </a:rPr>
                            <m:t>−</m:t>
                          </m:r>
                          <m:r>
                            <a:rPr lang="es-MX" i="1">
                              <a:latin typeface="+mn-lt"/>
                            </a:rPr>
                            <m:t>𝑗</m:t>
                          </m:r>
                          <m:r>
                            <a:rPr lang="es-MX" i="0">
                              <a:latin typeface="+mn-lt"/>
                            </a:rPr>
                            <m:t>2</m:t>
                          </m:r>
                          <m:r>
                            <a:rPr lang="es-MX" i="1">
                              <a:latin typeface="+mn-lt"/>
                            </a:rPr>
                            <m:t>𝜋</m:t>
                          </m:r>
                          <m:r>
                            <a:rPr lang="es-MX" i="1">
                              <a:latin typeface="+mn-lt"/>
                            </a:rPr>
                            <m:t>𝑓𝑡</m:t>
                          </m:r>
                        </m:sup>
                      </m:sSup>
                      <m:r>
                        <a:rPr lang="es-MX" i="0">
                          <a:latin typeface="+mn-lt"/>
                        </a:rPr>
                        <m:t> </m:t>
                      </m:r>
                      <m:r>
                        <a:rPr lang="es-MX" i="1">
                          <a:latin typeface="+mn-lt"/>
                        </a:rPr>
                        <m:t>𝑑𝑡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E83194D-8BDF-BA81-561D-5E7171E60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65327"/>
                <a:ext cx="4937760" cy="689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15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B0B2-BC72-DBB0-C204-603D300E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36B39A-E414-CB30-A5A4-B988406513ED}"/>
              </a:ext>
            </a:extLst>
          </p:cNvPr>
          <p:cNvSpPr txBox="1"/>
          <p:nvPr/>
        </p:nvSpPr>
        <p:spPr>
          <a:xfrm>
            <a:off x="333336" y="73479"/>
            <a:ext cx="4790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Herramientas utilizadas 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D93AF887-556D-D8FE-955F-A06FEA3A8D30}"/>
              </a:ext>
            </a:extLst>
          </p:cNvPr>
          <p:cNvSpPr/>
          <p:nvPr/>
        </p:nvSpPr>
        <p:spPr>
          <a:xfrm>
            <a:off x="731520" y="1325880"/>
            <a:ext cx="5029200" cy="1554480"/>
          </a:xfrm>
          <a:prstGeom prst="roundRect">
            <a:avLst/>
          </a:prstGeom>
          <a:solidFill>
            <a:srgbClr val="E8F3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63C2238-2C95-5A8C-9983-4DC10A294A45}"/>
              </a:ext>
            </a:extLst>
          </p:cNvPr>
          <p:cNvSpPr txBox="1"/>
          <p:nvPr/>
        </p:nvSpPr>
        <p:spPr>
          <a:xfrm>
            <a:off x="960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F2D5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C4BC65E-9BB7-82B3-A729-B54AC11E089E}"/>
              </a:ext>
            </a:extLst>
          </p:cNvPr>
          <p:cNvSpPr txBox="1"/>
          <p:nvPr/>
        </p:nvSpPr>
        <p:spPr>
          <a:xfrm>
            <a:off x="960120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Lenguaje usado para crear la simulación.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B30A804A-5F53-D7F3-868E-82D96C39738E}"/>
              </a:ext>
            </a:extLst>
          </p:cNvPr>
          <p:cNvSpPr/>
          <p:nvPr/>
        </p:nvSpPr>
        <p:spPr>
          <a:xfrm>
            <a:off x="6309359" y="1325880"/>
            <a:ext cx="5029200" cy="1554480"/>
          </a:xfrm>
          <a:prstGeom prst="roundRect">
            <a:avLst/>
          </a:prstGeom>
          <a:solidFill>
            <a:srgbClr val="E8F3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695950FD-F4F9-033C-6EA9-C89B95A20218}"/>
              </a:ext>
            </a:extLst>
          </p:cNvPr>
          <p:cNvSpPr txBox="1"/>
          <p:nvPr/>
        </p:nvSpPr>
        <p:spPr>
          <a:xfrm>
            <a:off x="6537959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F2D5C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F2164C25-312F-59B7-B230-04C15F539EAA}"/>
              </a:ext>
            </a:extLst>
          </p:cNvPr>
          <p:cNvSpPr txBox="1"/>
          <p:nvPr/>
        </p:nvSpPr>
        <p:spPr>
          <a:xfrm>
            <a:off x="6537959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Generación de señales y cálculo de la FFT.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DA2D8895-7D7F-445D-0D43-A0F2E1F6C50D}"/>
              </a:ext>
            </a:extLst>
          </p:cNvPr>
          <p:cNvSpPr/>
          <p:nvPr/>
        </p:nvSpPr>
        <p:spPr>
          <a:xfrm>
            <a:off x="731520" y="3474720"/>
            <a:ext cx="5029200" cy="1554480"/>
          </a:xfrm>
          <a:prstGeom prst="roundRect">
            <a:avLst/>
          </a:prstGeom>
          <a:solidFill>
            <a:srgbClr val="E8F3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F11C6EF0-FF9A-9A0E-85FA-00480A67D6F0}"/>
              </a:ext>
            </a:extLst>
          </p:cNvPr>
          <p:cNvSpPr txBox="1"/>
          <p:nvPr/>
        </p:nvSpPr>
        <p:spPr>
          <a:xfrm>
            <a:off x="960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F2D5C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8BFBB8BB-9A22-3476-6548-3DE1C78C719C}"/>
              </a:ext>
            </a:extLst>
          </p:cNvPr>
          <p:cNvSpPr txBox="1"/>
          <p:nvPr/>
        </p:nvSpPr>
        <p:spPr>
          <a:xfrm>
            <a:off x="96012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Visualización de las señales y sus espectros.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2BCAC796-2D6F-0F7F-955B-7BD32AC00E25}"/>
              </a:ext>
            </a:extLst>
          </p:cNvPr>
          <p:cNvSpPr/>
          <p:nvPr/>
        </p:nvSpPr>
        <p:spPr>
          <a:xfrm>
            <a:off x="6309359" y="3474720"/>
            <a:ext cx="5029200" cy="1554480"/>
          </a:xfrm>
          <a:prstGeom prst="roundRect">
            <a:avLst/>
          </a:prstGeom>
          <a:solidFill>
            <a:srgbClr val="E8F3FC"/>
          </a:solidFill>
          <a:ln>
            <a:solidFill>
              <a:srgbClr val="BE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61098024-5F5C-0C0F-8FD8-19EA4A3D76FD}"/>
              </a:ext>
            </a:extLst>
          </p:cNvPr>
          <p:cNvSpPr txBox="1"/>
          <p:nvPr/>
        </p:nvSpPr>
        <p:spPr>
          <a:xfrm>
            <a:off x="6537959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F2D5C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2433D27-BC66-932C-0EF8-D6639102448F}"/>
              </a:ext>
            </a:extLst>
          </p:cNvPr>
          <p:cNvSpPr txBox="1"/>
          <p:nvPr/>
        </p:nvSpPr>
        <p:spPr>
          <a:xfrm>
            <a:off x="6537959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t>Publicación del código y documentación.</a:t>
            </a: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2429C8C8-1B63-E2AD-BE59-2C38AF3A3284}"/>
              </a:ext>
            </a:extLst>
          </p:cNvPr>
          <p:cNvSpPr txBox="1"/>
          <p:nvPr/>
        </p:nvSpPr>
        <p:spPr>
          <a:xfrm>
            <a:off x="822960" y="5806440"/>
            <a:ext cx="5714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96AA"/>
                </a:solidFill>
                <a:latin typeface="Aptos"/>
              </a:defRPr>
            </a:pPr>
            <a:r>
              <a:rPr sz="2400" dirty="0" err="1">
                <a:latin typeface="Californian FB" panose="0207040306080B030204" pitchFamily="18" charset="0"/>
              </a:rPr>
              <a:t>Instalación</a:t>
            </a:r>
            <a:r>
              <a:rPr sz="2400" dirty="0">
                <a:latin typeface="Californian FB" panose="0207040306080B030204" pitchFamily="18" charset="0"/>
              </a:rPr>
              <a:t>: pip install </a:t>
            </a:r>
            <a:r>
              <a:rPr sz="2400" dirty="0" err="1">
                <a:latin typeface="Californian FB" panose="0207040306080B030204" pitchFamily="18" charset="0"/>
              </a:rPr>
              <a:t>numpy</a:t>
            </a:r>
            <a:r>
              <a:rPr sz="2400" dirty="0">
                <a:latin typeface="Californian FB" panose="0207040306080B030204" pitchFamily="18" charset="0"/>
              </a:rPr>
              <a:t> matplotlib</a:t>
            </a:r>
          </a:p>
        </p:txBody>
      </p:sp>
    </p:spTree>
    <p:extLst>
      <p:ext uri="{BB962C8B-B14F-4D97-AF65-F5344CB8AC3E}">
        <p14:creationId xmlns:p14="http://schemas.microsoft.com/office/powerpoint/2010/main" val="300441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11A1-A66B-E7FD-27F6-E61E1550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443502A-7E5F-38F2-1AE9-EFF675A420F2}"/>
              </a:ext>
            </a:extLst>
          </p:cNvPr>
          <p:cNvSpPr txBox="1"/>
          <p:nvPr/>
        </p:nvSpPr>
        <p:spPr>
          <a:xfrm>
            <a:off x="333336" y="73479"/>
            <a:ext cx="8334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Señales generadas en el dominio del tiempo 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917E84C-B2AF-316B-3BF9-A79601EB7C7E}"/>
              </a:ext>
            </a:extLst>
          </p:cNvPr>
          <p:cNvSpPr txBox="1"/>
          <p:nvPr/>
        </p:nvSpPr>
        <p:spPr>
          <a:xfrm>
            <a:off x="320040" y="1097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2D5C"/>
                </a:solidFill>
                <a:latin typeface="Aptos"/>
              </a:defRPr>
            </a:pPr>
            <a:r>
              <a:t>Pulso rectangular</a:t>
            </a:r>
          </a:p>
        </p:txBody>
      </p:sp>
      <p:pic>
        <p:nvPicPr>
          <p:cNvPr id="10" name="Picture 6" descr="pulso_rectangular.png">
            <a:extLst>
              <a:ext uri="{FF2B5EF4-FFF2-40B4-BE49-F238E27FC236}">
                <a16:creationId xmlns:a16="http://schemas.microsoft.com/office/drawing/2014/main" id="{B7C6E500-D86E-C409-2932-729847551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00200"/>
            <a:ext cx="3749039" cy="4023360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8C2BADBF-7890-5779-B053-34B83DD800BA}"/>
              </a:ext>
            </a:extLst>
          </p:cNvPr>
          <p:cNvSpPr txBox="1"/>
          <p:nvPr/>
        </p:nvSpPr>
        <p:spPr>
          <a:xfrm>
            <a:off x="4297679" y="1097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2D5C"/>
                </a:solidFill>
                <a:latin typeface="Aptos"/>
              </a:defRPr>
            </a:pPr>
            <a:r>
              <a:t>Función escalón</a:t>
            </a:r>
          </a:p>
        </p:txBody>
      </p:sp>
      <p:pic>
        <p:nvPicPr>
          <p:cNvPr id="14" name="Picture 8" descr="funcion_escalon.png">
            <a:extLst>
              <a:ext uri="{FF2B5EF4-FFF2-40B4-BE49-F238E27FC236}">
                <a16:creationId xmlns:a16="http://schemas.microsoft.com/office/drawing/2014/main" id="{D2054DE6-7D1A-3F47-3A65-9829DD801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600200"/>
            <a:ext cx="3749039" cy="4023360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38DA4A76-8E88-C968-95B0-09942DE336FB}"/>
              </a:ext>
            </a:extLst>
          </p:cNvPr>
          <p:cNvSpPr txBox="1"/>
          <p:nvPr/>
        </p:nvSpPr>
        <p:spPr>
          <a:xfrm>
            <a:off x="8275319" y="1097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2D5C"/>
                </a:solidFill>
                <a:latin typeface="Aptos"/>
              </a:defRPr>
            </a:pPr>
            <a:r>
              <a:t>Señal senoidal de 10 Hz</a:t>
            </a:r>
          </a:p>
        </p:txBody>
      </p:sp>
      <p:pic>
        <p:nvPicPr>
          <p:cNvPr id="18" name="Picture 10" descr="senal_senoidal.png">
            <a:extLst>
              <a:ext uri="{FF2B5EF4-FFF2-40B4-BE49-F238E27FC236}">
                <a16:creationId xmlns:a16="http://schemas.microsoft.com/office/drawing/2014/main" id="{425CE26F-5465-9B7A-D4AB-F72BED52F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19" y="1600200"/>
            <a:ext cx="3749039" cy="4023360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680A57C0-F762-235B-316E-E7DDC3821125}"/>
              </a:ext>
            </a:extLst>
          </p:cNvPr>
          <p:cNvSpPr txBox="1"/>
          <p:nvPr/>
        </p:nvSpPr>
        <p:spPr>
          <a:xfrm>
            <a:off x="487524" y="5830373"/>
            <a:ext cx="8936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latin typeface="Californian FB" panose="0207040306080B030204" pitchFamily="18" charset="0"/>
              </a:rPr>
              <a:t>Parámetros: muestreo de 1000 Hz y duración de 1 segundo</a:t>
            </a:r>
          </a:p>
        </p:txBody>
      </p:sp>
    </p:spTree>
    <p:extLst>
      <p:ext uri="{BB962C8B-B14F-4D97-AF65-F5344CB8AC3E}">
        <p14:creationId xmlns:p14="http://schemas.microsoft.com/office/powerpoint/2010/main" val="227359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8BDF1-F53A-FB7C-5E37-72672749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CC52B87-61B6-BBD4-279D-F455DF46FDE3}"/>
              </a:ext>
            </a:extLst>
          </p:cNvPr>
          <p:cNvSpPr txBox="1"/>
          <p:nvPr/>
        </p:nvSpPr>
        <p:spPr>
          <a:xfrm>
            <a:off x="333336" y="73479"/>
            <a:ext cx="5638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Magnitud y fase del espectro 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327395F-A37E-4735-2D64-4EA9772F5486}"/>
              </a:ext>
            </a:extLst>
          </p:cNvPr>
          <p:cNvSpPr txBox="1"/>
          <p:nvPr/>
        </p:nvSpPr>
        <p:spPr>
          <a:xfrm>
            <a:off x="320040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2D5C"/>
                </a:solidFill>
                <a:latin typeface="Aptos"/>
              </a:defRPr>
            </a:pPr>
            <a:r>
              <a:t>Pulso rectangular</a:t>
            </a:r>
          </a:p>
        </p:txBody>
      </p:sp>
      <p:pic>
        <p:nvPicPr>
          <p:cNvPr id="10" name="Picture 6" descr="pulso_rectangular.png">
            <a:extLst>
              <a:ext uri="{FF2B5EF4-FFF2-40B4-BE49-F238E27FC236}">
                <a16:creationId xmlns:a16="http://schemas.microsoft.com/office/drawing/2014/main" id="{3554B629-30BE-71B0-F831-1A63A7F63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63040"/>
            <a:ext cx="3749039" cy="4206240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D81A746F-5FD0-FDC3-9A91-355FCA4F1C90}"/>
              </a:ext>
            </a:extLst>
          </p:cNvPr>
          <p:cNvSpPr txBox="1"/>
          <p:nvPr/>
        </p:nvSpPr>
        <p:spPr>
          <a:xfrm>
            <a:off x="4297679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2D5C"/>
                </a:solidFill>
                <a:latin typeface="Aptos"/>
              </a:defRPr>
            </a:pPr>
            <a:r>
              <a:t>Función escalón</a:t>
            </a:r>
          </a:p>
        </p:txBody>
      </p:sp>
      <p:pic>
        <p:nvPicPr>
          <p:cNvPr id="14" name="Picture 8" descr="funcion_escalon.png">
            <a:extLst>
              <a:ext uri="{FF2B5EF4-FFF2-40B4-BE49-F238E27FC236}">
                <a16:creationId xmlns:a16="http://schemas.microsoft.com/office/drawing/2014/main" id="{ED3CC72C-053E-E650-A728-7CE51CA5B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463040"/>
            <a:ext cx="3749039" cy="4206240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2736AE31-197C-F60A-8FC8-0DBD60B99284}"/>
              </a:ext>
            </a:extLst>
          </p:cNvPr>
          <p:cNvSpPr txBox="1"/>
          <p:nvPr/>
        </p:nvSpPr>
        <p:spPr>
          <a:xfrm>
            <a:off x="8275319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F2D5C"/>
                </a:solidFill>
                <a:latin typeface="Aptos"/>
              </a:defRPr>
            </a:pPr>
            <a:r>
              <a:t>Senoidal (10 Hz)</a:t>
            </a:r>
          </a:p>
        </p:txBody>
      </p:sp>
      <p:pic>
        <p:nvPicPr>
          <p:cNvPr id="18" name="Picture 10" descr="senal_senoidal.png">
            <a:extLst>
              <a:ext uri="{FF2B5EF4-FFF2-40B4-BE49-F238E27FC236}">
                <a16:creationId xmlns:a16="http://schemas.microsoft.com/office/drawing/2014/main" id="{E5D5C571-4B08-F0A5-571A-F4306983A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19" y="1463040"/>
            <a:ext cx="3749039" cy="420624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DF55B557-2B5A-0C68-7BBF-CCAFB4612EE7}"/>
              </a:ext>
            </a:extLst>
          </p:cNvPr>
          <p:cNvSpPr txBox="1"/>
          <p:nvPr/>
        </p:nvSpPr>
        <p:spPr>
          <a:xfrm>
            <a:off x="479167" y="5806440"/>
            <a:ext cx="8607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Californian FB" panose="0207040306080B030204" pitchFamily="18" charset="0"/>
              </a:rPr>
              <a:t>Interpretación : el pulso y el escalón distribuyen energía entre varias frecuencias, la sinusoide presenta una pico en 10Hz.</a:t>
            </a:r>
          </a:p>
        </p:txBody>
      </p:sp>
    </p:spTree>
    <p:extLst>
      <p:ext uri="{BB962C8B-B14F-4D97-AF65-F5344CB8AC3E}">
        <p14:creationId xmlns:p14="http://schemas.microsoft.com/office/powerpoint/2010/main" val="285318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6CE7-A709-7C36-F9CD-CB98299A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54C70D7-4A4D-9DFC-DFEB-E835FAE88E1F}"/>
              </a:ext>
            </a:extLst>
          </p:cNvPr>
          <p:cNvSpPr txBox="1"/>
          <p:nvPr/>
        </p:nvSpPr>
        <p:spPr>
          <a:xfrm>
            <a:off x="333336" y="73479"/>
            <a:ext cx="7511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Verificación de propiedades de Fourier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B33FA-62AE-23ED-A403-FE77B0A44D11}"/>
              </a:ext>
            </a:extLst>
          </p:cNvPr>
          <p:cNvSpPr txBox="1"/>
          <p:nvPr/>
        </p:nvSpPr>
        <p:spPr>
          <a:xfrm>
            <a:off x="640080" y="1143000"/>
            <a:ext cx="530352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1. </a:t>
            </a:r>
            <a:r>
              <a:rPr dirty="0" err="1">
                <a:latin typeface="Californian FB" panose="0207040306080B030204" pitchFamily="18" charset="0"/>
              </a:rPr>
              <a:t>Linealidad</a:t>
            </a: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FFT(</a:t>
            </a:r>
            <a:r>
              <a:rPr dirty="0" err="1">
                <a:latin typeface="Californian FB" panose="0207040306080B030204" pitchFamily="18" charset="0"/>
              </a:rPr>
              <a:t>a·x</a:t>
            </a:r>
            <a:r>
              <a:rPr dirty="0">
                <a:latin typeface="Californian FB" panose="0207040306080B030204" pitchFamily="18" charset="0"/>
              </a:rPr>
              <a:t> + </a:t>
            </a:r>
            <a:r>
              <a:rPr dirty="0" err="1">
                <a:latin typeface="Californian FB" panose="0207040306080B030204" pitchFamily="18" charset="0"/>
              </a:rPr>
              <a:t>b·y</a:t>
            </a:r>
            <a:r>
              <a:rPr dirty="0">
                <a:latin typeface="Californian FB" panose="0207040306080B030204" pitchFamily="18" charset="0"/>
              </a:rPr>
              <a:t>) = </a:t>
            </a:r>
            <a:r>
              <a:rPr dirty="0" err="1">
                <a:latin typeface="Californian FB" panose="0207040306080B030204" pitchFamily="18" charset="0"/>
              </a:rPr>
              <a:t>a·FFT</a:t>
            </a:r>
            <a:r>
              <a:rPr dirty="0">
                <a:latin typeface="Californian FB" panose="0207040306080B030204" pitchFamily="18" charset="0"/>
              </a:rPr>
              <a:t>(x) + </a:t>
            </a:r>
            <a:r>
              <a:rPr dirty="0" err="1">
                <a:latin typeface="Californian FB" panose="0207040306080B030204" pitchFamily="18" charset="0"/>
              </a:rPr>
              <a:t>b·FFT</a:t>
            </a:r>
            <a:r>
              <a:rPr dirty="0">
                <a:latin typeface="Californian FB" panose="0207040306080B030204" pitchFamily="18" charset="0"/>
              </a:rPr>
              <a:t>(y)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Se </a:t>
            </a:r>
            <a:r>
              <a:rPr dirty="0" err="1">
                <a:latin typeface="Californian FB" panose="0207040306080B030204" pitchFamily="18" charset="0"/>
              </a:rPr>
              <a:t>comprueba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comparando</a:t>
            </a:r>
            <a:r>
              <a:rPr dirty="0">
                <a:latin typeface="Californian FB" panose="0207040306080B030204" pitchFamily="18" charset="0"/>
              </a:rPr>
              <a:t> ambos </a:t>
            </a:r>
            <a:r>
              <a:rPr dirty="0" err="1">
                <a:latin typeface="Californian FB" panose="0207040306080B030204" pitchFamily="18" charset="0"/>
              </a:rPr>
              <a:t>resultados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numéricos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CB7CC09-49AA-BFD3-C40F-AA1EB8271DB5}"/>
              </a:ext>
            </a:extLst>
          </p:cNvPr>
          <p:cNvSpPr txBox="1"/>
          <p:nvPr/>
        </p:nvSpPr>
        <p:spPr>
          <a:xfrm>
            <a:off x="6217920" y="1143000"/>
            <a:ext cx="5303520" cy="122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2. </a:t>
            </a:r>
            <a:r>
              <a:rPr dirty="0" err="1">
                <a:latin typeface="Californian FB" panose="0207040306080B030204" pitchFamily="18" charset="0"/>
              </a:rPr>
              <a:t>Desplazamiento</a:t>
            </a:r>
            <a:r>
              <a:rPr dirty="0">
                <a:latin typeface="Californian FB" panose="0207040306080B030204" pitchFamily="18" charset="0"/>
              </a:rPr>
              <a:t> temporal</a:t>
            </a: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Al </a:t>
            </a:r>
            <a:r>
              <a:rPr dirty="0" err="1">
                <a:latin typeface="Californian FB" panose="0207040306080B030204" pitchFamily="18" charset="0"/>
              </a:rPr>
              <a:t>retrasar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una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señal</a:t>
            </a:r>
            <a:r>
              <a:rPr dirty="0">
                <a:latin typeface="Californian FB" panose="0207040306080B030204" pitchFamily="18" charset="0"/>
              </a:rPr>
              <a:t>, cambia la </a:t>
            </a:r>
            <a:r>
              <a:rPr dirty="0" err="1">
                <a:latin typeface="Californian FB" panose="0207040306080B030204" pitchFamily="18" charset="0"/>
              </a:rPr>
              <a:t>fase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su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espectro</a:t>
            </a:r>
            <a:r>
              <a:rPr dirty="0">
                <a:latin typeface="Californian FB" panose="0207040306080B030204" pitchFamily="18" charset="0"/>
              </a:rPr>
              <a:t>. La </a:t>
            </a:r>
            <a:r>
              <a:rPr dirty="0" err="1">
                <a:latin typeface="Californian FB" panose="0207040306080B030204" pitchFamily="18" charset="0"/>
              </a:rPr>
              <a:t>magnitud</a:t>
            </a:r>
            <a:r>
              <a:rPr dirty="0">
                <a:latin typeface="Californian FB" panose="0207040306080B030204" pitchFamily="18" charset="0"/>
              </a:rPr>
              <a:t> se </a:t>
            </a:r>
            <a:r>
              <a:rPr dirty="0" err="1">
                <a:latin typeface="Californian FB" panose="0207040306080B030204" pitchFamily="18" charset="0"/>
              </a:rPr>
              <a:t>conserva</a:t>
            </a:r>
            <a:r>
              <a:rPr dirty="0">
                <a:latin typeface="Californian FB" panose="0207040306080B030204" pitchFamily="18" charset="0"/>
              </a:rPr>
              <a:t> para un </a:t>
            </a:r>
            <a:r>
              <a:rPr dirty="0" err="1">
                <a:latin typeface="Californian FB" panose="0207040306080B030204" pitchFamily="18" charset="0"/>
              </a:rPr>
              <a:t>desplazamiento</a:t>
            </a:r>
            <a:r>
              <a:rPr dirty="0">
                <a:latin typeface="Californian FB" panose="0207040306080B030204" pitchFamily="18" charset="0"/>
              </a:rPr>
              <a:t> circular de </a:t>
            </a:r>
            <a:r>
              <a:rPr dirty="0" err="1">
                <a:latin typeface="Californian FB" panose="0207040306080B030204" pitchFamily="18" charset="0"/>
              </a:rPr>
              <a:t>muestras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  <p:pic>
        <p:nvPicPr>
          <p:cNvPr id="10" name="Picture 7" descr="desplazamiento_temporal.png">
            <a:extLst>
              <a:ext uri="{FF2B5EF4-FFF2-40B4-BE49-F238E27FC236}">
                <a16:creationId xmlns:a16="http://schemas.microsoft.com/office/drawing/2014/main" id="{7F29AB9D-3D4B-EF14-3014-696161341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" y="2563726"/>
            <a:ext cx="5212080" cy="2286000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4B00C4FC-5869-557F-560A-5BDDE24913D4}"/>
              </a:ext>
            </a:extLst>
          </p:cNvPr>
          <p:cNvSpPr txBox="1"/>
          <p:nvPr/>
        </p:nvSpPr>
        <p:spPr>
          <a:xfrm>
            <a:off x="6217920" y="2788920"/>
            <a:ext cx="5120640" cy="96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3. </a:t>
            </a:r>
            <a:r>
              <a:rPr dirty="0" err="1">
                <a:latin typeface="Californian FB" panose="0207040306080B030204" pitchFamily="18" charset="0"/>
              </a:rPr>
              <a:t>Escalamiento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en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frecuencia</a:t>
            </a: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Al </a:t>
            </a:r>
            <a:r>
              <a:rPr dirty="0" err="1">
                <a:latin typeface="Californian FB" panose="0207040306080B030204" pitchFamily="18" charset="0"/>
              </a:rPr>
              <a:t>comparar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señales</a:t>
            </a:r>
            <a:r>
              <a:rPr dirty="0">
                <a:latin typeface="Californian FB" panose="0207040306080B030204" pitchFamily="18" charset="0"/>
              </a:rPr>
              <a:t> de 10 Hz y 20 Hz, el </a:t>
            </a:r>
            <a:r>
              <a:rPr dirty="0" err="1">
                <a:latin typeface="Californian FB" panose="0207040306080B030204" pitchFamily="18" charset="0"/>
              </a:rPr>
              <a:t>pico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espectral</a:t>
            </a:r>
            <a:r>
              <a:rPr dirty="0">
                <a:latin typeface="Californian FB" panose="0207040306080B030204" pitchFamily="18" charset="0"/>
              </a:rPr>
              <a:t> se </a:t>
            </a:r>
            <a:r>
              <a:rPr dirty="0" err="1">
                <a:latin typeface="Californian FB" panose="0207040306080B030204" pitchFamily="18" charset="0"/>
              </a:rPr>
              <a:t>desplaza</a:t>
            </a:r>
            <a:r>
              <a:rPr dirty="0">
                <a:latin typeface="Californian FB" panose="0207040306080B030204" pitchFamily="18" charset="0"/>
              </a:rPr>
              <a:t> a </a:t>
            </a:r>
            <a:r>
              <a:rPr dirty="0" err="1">
                <a:latin typeface="Californian FB" panose="0207040306080B030204" pitchFamily="18" charset="0"/>
              </a:rPr>
              <a:t>una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frecuencia</a:t>
            </a:r>
            <a:r>
              <a:rPr dirty="0">
                <a:latin typeface="Californian FB" panose="0207040306080B030204" pitchFamily="18" charset="0"/>
              </a:rPr>
              <a:t> doble.</a:t>
            </a:r>
          </a:p>
        </p:txBody>
      </p:sp>
      <p:pic>
        <p:nvPicPr>
          <p:cNvPr id="14" name="Picture 9" descr="comparacion_frecuencias.png">
            <a:extLst>
              <a:ext uri="{FF2B5EF4-FFF2-40B4-BE49-F238E27FC236}">
                <a16:creationId xmlns:a16="http://schemas.microsoft.com/office/drawing/2014/main" id="{AB96DCBE-F185-4E1B-A49A-967B0FFCD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94760"/>
            <a:ext cx="5120640" cy="192024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628FC3A-02B2-0C53-8F31-5555CA2148CF}"/>
              </a:ext>
            </a:extLst>
          </p:cNvPr>
          <p:cNvSpPr txBox="1"/>
          <p:nvPr/>
        </p:nvSpPr>
        <p:spPr>
          <a:xfrm>
            <a:off x="640080" y="5213752"/>
            <a:ext cx="4506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Californian FB" panose="0207040306080B030204" pitchFamily="18" charset="0"/>
              </a:rPr>
              <a:t>Nota: los resultados de la FFT depende del muestreo y de la duración de la señal </a:t>
            </a:r>
          </a:p>
        </p:txBody>
      </p:sp>
    </p:spTree>
    <p:extLst>
      <p:ext uri="{BB962C8B-B14F-4D97-AF65-F5344CB8AC3E}">
        <p14:creationId xmlns:p14="http://schemas.microsoft.com/office/powerpoint/2010/main" val="324216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07FA-6889-E3AE-3412-693F094D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724435-EDDE-A362-272D-43BD7A2D6F60}"/>
              </a:ext>
            </a:extLst>
          </p:cNvPr>
          <p:cNvSpPr txBox="1"/>
          <p:nvPr/>
        </p:nvSpPr>
        <p:spPr>
          <a:xfrm>
            <a:off x="333336" y="73479"/>
            <a:ext cx="5910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Código en Python (fragmento)</a:t>
            </a:r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5887713A-357F-8D92-38A7-EA0A9B07A5A6}"/>
              </a:ext>
            </a:extLst>
          </p:cNvPr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4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96208C83-F4E7-58FF-CEFB-CDC9C8B78DC0}"/>
              </a:ext>
            </a:extLst>
          </p:cNvPr>
          <p:cNvSpPr/>
          <p:nvPr/>
        </p:nvSpPr>
        <p:spPr>
          <a:xfrm>
            <a:off x="274321" y="914400"/>
            <a:ext cx="5969607" cy="5663682"/>
          </a:xfrm>
          <a:prstGeom prst="roundRect">
            <a:avLst/>
          </a:prstGeom>
          <a:solidFill>
            <a:srgbClr val="19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42CB2CDB-5DCC-6776-BEB9-7ED09D800B7F}"/>
              </a:ext>
            </a:extLst>
          </p:cNvPr>
          <p:cNvSpPr txBox="1"/>
          <p:nvPr/>
        </p:nvSpPr>
        <p:spPr>
          <a:xfrm>
            <a:off x="919688" y="1047055"/>
            <a:ext cx="5969607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>
                <a:latin typeface="Californian FB" panose="0207040306080B030204" pitchFamily="18" charset="0"/>
              </a:rPr>
              <a:t>import </a:t>
            </a:r>
            <a:r>
              <a:rPr sz="1400" dirty="0" err="1">
                <a:latin typeface="Californian FB" panose="0207040306080B030204" pitchFamily="18" charset="0"/>
              </a:rPr>
              <a:t>numpy</a:t>
            </a:r>
            <a:r>
              <a:rPr sz="1400" dirty="0">
                <a:latin typeface="Californian FB" panose="0207040306080B030204" pitchFamily="18" charset="0"/>
              </a:rPr>
              <a:t> as np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>
                <a:latin typeface="Californian FB" panose="0207040306080B030204" pitchFamily="18" charset="0"/>
              </a:rPr>
              <a:t>import </a:t>
            </a:r>
            <a:r>
              <a:rPr sz="1400" dirty="0" err="1">
                <a:latin typeface="Californian FB" panose="0207040306080B030204" pitchFamily="18" charset="0"/>
              </a:rPr>
              <a:t>matplotlib.pyplot</a:t>
            </a:r>
            <a:r>
              <a:rPr sz="1400" dirty="0">
                <a:latin typeface="Californian FB" panose="0207040306080B030204" pitchFamily="18" charset="0"/>
              </a:rPr>
              <a:t> as </a:t>
            </a:r>
            <a:r>
              <a:rPr sz="1400" dirty="0" err="1">
                <a:latin typeface="Californian FB" panose="0207040306080B030204" pitchFamily="18" charset="0"/>
              </a:rPr>
              <a:t>plt</a:t>
            </a:r>
            <a:endParaRPr sz="1400"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 sz="1400"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>
                <a:latin typeface="Californian FB" panose="0207040306080B030204" pitchFamily="18" charset="0"/>
              </a:rPr>
              <a:t>Fs = 1000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>
                <a:latin typeface="Californian FB" panose="0207040306080B030204" pitchFamily="18" charset="0"/>
              </a:rPr>
              <a:t>t = </a:t>
            </a:r>
            <a:r>
              <a:rPr sz="1400" dirty="0" err="1">
                <a:latin typeface="Californian FB" panose="0207040306080B030204" pitchFamily="18" charset="0"/>
              </a:rPr>
              <a:t>np.arange</a:t>
            </a:r>
            <a:r>
              <a:rPr sz="1400" dirty="0">
                <a:latin typeface="Californian FB" panose="0207040306080B030204" pitchFamily="18" charset="0"/>
              </a:rPr>
              <a:t>(0, 1, 1/Fs)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>
                <a:latin typeface="Californian FB" panose="0207040306080B030204" pitchFamily="18" charset="0"/>
              </a:rPr>
              <a:t>f0 = 10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senal</a:t>
            </a:r>
            <a:r>
              <a:rPr sz="1400" dirty="0">
                <a:latin typeface="Californian FB" panose="0207040306080B030204" pitchFamily="18" charset="0"/>
              </a:rPr>
              <a:t> = </a:t>
            </a:r>
            <a:r>
              <a:rPr sz="1400" dirty="0" err="1">
                <a:latin typeface="Californian FB" panose="0207040306080B030204" pitchFamily="18" charset="0"/>
              </a:rPr>
              <a:t>np.sin</a:t>
            </a:r>
            <a:r>
              <a:rPr sz="1400" dirty="0">
                <a:latin typeface="Californian FB" panose="0207040306080B030204" pitchFamily="18" charset="0"/>
              </a:rPr>
              <a:t>(2*</a:t>
            </a:r>
            <a:r>
              <a:rPr sz="1400" dirty="0" err="1">
                <a:latin typeface="Californian FB" panose="0207040306080B030204" pitchFamily="18" charset="0"/>
              </a:rPr>
              <a:t>np.pi</a:t>
            </a:r>
            <a:r>
              <a:rPr sz="1400" dirty="0">
                <a:latin typeface="Californian FB" panose="0207040306080B030204" pitchFamily="18" charset="0"/>
              </a:rPr>
              <a:t>*f0*t)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 sz="1400"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>
                <a:latin typeface="Californian FB" panose="0207040306080B030204" pitchFamily="18" charset="0"/>
              </a:rPr>
              <a:t>X = </a:t>
            </a:r>
            <a:r>
              <a:rPr sz="1400" dirty="0" err="1">
                <a:latin typeface="Californian FB" panose="0207040306080B030204" pitchFamily="18" charset="0"/>
              </a:rPr>
              <a:t>np.fft.rfft</a:t>
            </a:r>
            <a:r>
              <a:rPr sz="1400" dirty="0">
                <a:latin typeface="Californian FB" panose="0207040306080B030204" pitchFamily="18" charset="0"/>
              </a:rPr>
              <a:t>(</a:t>
            </a:r>
            <a:r>
              <a:rPr sz="1400" dirty="0" err="1">
                <a:latin typeface="Californian FB" panose="0207040306080B030204" pitchFamily="18" charset="0"/>
              </a:rPr>
              <a:t>senal</a:t>
            </a:r>
            <a:r>
              <a:rPr sz="1400" dirty="0">
                <a:latin typeface="Californian FB" panose="0207040306080B030204" pitchFamily="18" charset="0"/>
              </a:rPr>
              <a:t>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frecuencias</a:t>
            </a:r>
            <a:r>
              <a:rPr sz="1400" dirty="0">
                <a:latin typeface="Californian FB" panose="0207040306080B030204" pitchFamily="18" charset="0"/>
              </a:rPr>
              <a:t> = </a:t>
            </a:r>
            <a:r>
              <a:rPr sz="1400" dirty="0" err="1">
                <a:latin typeface="Californian FB" panose="0207040306080B030204" pitchFamily="18" charset="0"/>
              </a:rPr>
              <a:t>np.fft.rfftfreq</a:t>
            </a:r>
            <a:r>
              <a:rPr sz="1400" dirty="0">
                <a:latin typeface="Californian FB" panose="0207040306080B030204" pitchFamily="18" charset="0"/>
              </a:rPr>
              <a:t>(</a:t>
            </a:r>
            <a:r>
              <a:rPr sz="1400" dirty="0" err="1">
                <a:latin typeface="Californian FB" panose="0207040306080B030204" pitchFamily="18" charset="0"/>
              </a:rPr>
              <a:t>len</a:t>
            </a:r>
            <a:r>
              <a:rPr sz="1400" dirty="0">
                <a:latin typeface="Californian FB" panose="0207040306080B030204" pitchFamily="18" charset="0"/>
              </a:rPr>
              <a:t>(t), d=1/Fs)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magnitud</a:t>
            </a:r>
            <a:r>
              <a:rPr sz="1400" dirty="0">
                <a:latin typeface="Californian FB" panose="0207040306080B030204" pitchFamily="18" charset="0"/>
              </a:rPr>
              <a:t> = </a:t>
            </a:r>
            <a:r>
              <a:rPr sz="1400" dirty="0" err="1">
                <a:latin typeface="Californian FB" panose="0207040306080B030204" pitchFamily="18" charset="0"/>
              </a:rPr>
              <a:t>np.abs</a:t>
            </a:r>
            <a:r>
              <a:rPr sz="1400" dirty="0">
                <a:latin typeface="Californian FB" panose="0207040306080B030204" pitchFamily="18" charset="0"/>
              </a:rPr>
              <a:t>(X) / </a:t>
            </a:r>
            <a:r>
              <a:rPr sz="1400" dirty="0" err="1">
                <a:latin typeface="Californian FB" panose="0207040306080B030204" pitchFamily="18" charset="0"/>
              </a:rPr>
              <a:t>len</a:t>
            </a:r>
            <a:r>
              <a:rPr sz="1400" dirty="0">
                <a:latin typeface="Californian FB" panose="0207040306080B030204" pitchFamily="18" charset="0"/>
              </a:rPr>
              <a:t>(t)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fase</a:t>
            </a:r>
            <a:r>
              <a:rPr sz="1400" dirty="0">
                <a:latin typeface="Californian FB" panose="0207040306080B030204" pitchFamily="18" charset="0"/>
              </a:rPr>
              <a:t> = </a:t>
            </a:r>
            <a:r>
              <a:rPr sz="1400" dirty="0" err="1">
                <a:latin typeface="Californian FB" panose="0207040306080B030204" pitchFamily="18" charset="0"/>
              </a:rPr>
              <a:t>np.angle</a:t>
            </a:r>
            <a:r>
              <a:rPr sz="1400" dirty="0">
                <a:latin typeface="Californian FB" panose="0207040306080B030204" pitchFamily="18" charset="0"/>
              </a:rPr>
              <a:t>(X)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 sz="1400"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plt.plot</a:t>
            </a:r>
            <a:r>
              <a:rPr sz="1400" dirty="0">
                <a:latin typeface="Californian FB" panose="0207040306080B030204" pitchFamily="18" charset="0"/>
              </a:rPr>
              <a:t>(</a:t>
            </a:r>
            <a:r>
              <a:rPr sz="1400" dirty="0" err="1">
                <a:latin typeface="Californian FB" panose="0207040306080B030204" pitchFamily="18" charset="0"/>
              </a:rPr>
              <a:t>frecuencias</a:t>
            </a:r>
            <a:r>
              <a:rPr sz="1400" dirty="0">
                <a:latin typeface="Californian FB" panose="0207040306080B030204" pitchFamily="18" charset="0"/>
              </a:rPr>
              <a:t>, </a:t>
            </a:r>
            <a:r>
              <a:rPr sz="1400" dirty="0" err="1">
                <a:latin typeface="Californian FB" panose="0207040306080B030204" pitchFamily="18" charset="0"/>
              </a:rPr>
              <a:t>magnitud</a:t>
            </a:r>
            <a:r>
              <a:rPr sz="1400" dirty="0">
                <a:latin typeface="Californian FB" panose="0207040306080B030204" pitchFamily="18" charset="0"/>
              </a:rPr>
              <a:t>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plt.xlabel</a:t>
            </a:r>
            <a:r>
              <a:rPr sz="1400" dirty="0">
                <a:latin typeface="Californian FB" panose="0207040306080B030204" pitchFamily="18" charset="0"/>
              </a:rPr>
              <a:t>("</a:t>
            </a:r>
            <a:r>
              <a:rPr sz="1400" dirty="0" err="1">
                <a:latin typeface="Californian FB" panose="0207040306080B030204" pitchFamily="18" charset="0"/>
              </a:rPr>
              <a:t>Frecuencia</a:t>
            </a:r>
            <a:r>
              <a:rPr sz="1400" dirty="0">
                <a:latin typeface="Californian FB" panose="0207040306080B030204" pitchFamily="18" charset="0"/>
              </a:rPr>
              <a:t> (Hz)")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plt.ylabel</a:t>
            </a:r>
            <a:r>
              <a:rPr sz="1400" dirty="0">
                <a:latin typeface="Californian FB" panose="0207040306080B030204" pitchFamily="18" charset="0"/>
              </a:rPr>
              <a:t>("</a:t>
            </a:r>
            <a:r>
              <a:rPr sz="1400" dirty="0" err="1">
                <a:latin typeface="Californian FB" panose="0207040306080B030204" pitchFamily="18" charset="0"/>
              </a:rPr>
              <a:t>Magnitud</a:t>
            </a:r>
            <a:r>
              <a:rPr sz="1400" dirty="0">
                <a:latin typeface="Californian FB" panose="0207040306080B030204" pitchFamily="18" charset="0"/>
              </a:rPr>
              <a:t>")</a:t>
            </a:r>
          </a:p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 sz="1400" dirty="0" err="1">
                <a:latin typeface="Californian FB" panose="0207040306080B030204" pitchFamily="18" charset="0"/>
              </a:rPr>
              <a:t>plt.show</a:t>
            </a:r>
            <a:r>
              <a:rPr sz="1400" dirty="0">
                <a:latin typeface="Californian FB" panose="0207040306080B030204" pitchFamily="18" charset="0"/>
              </a:rPr>
              <a:t>()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DF7B87BE-C70D-9B46-7E92-0B26072D110D}"/>
              </a:ext>
            </a:extLst>
          </p:cNvPr>
          <p:cNvSpPr txBox="1"/>
          <p:nvPr/>
        </p:nvSpPr>
        <p:spPr>
          <a:xfrm>
            <a:off x="7726679" y="1417320"/>
            <a:ext cx="37490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F2D5C"/>
                </a:solidFill>
                <a:latin typeface="Aptos"/>
              </a:defRPr>
            </a:pPr>
            <a:r>
              <a:rPr>
                <a:latin typeface="Californian FB" panose="0207040306080B030204" pitchFamily="18" charset="0"/>
              </a:rPr>
              <a:t>Pasos principales</a:t>
            </a: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9E007B1E-930D-D5AA-6FB1-2B6A60D4A73B}"/>
              </a:ext>
            </a:extLst>
          </p:cNvPr>
          <p:cNvSpPr txBox="1"/>
          <p:nvPr/>
        </p:nvSpPr>
        <p:spPr>
          <a:xfrm>
            <a:off x="7343193" y="2057400"/>
            <a:ext cx="4315407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1. </a:t>
            </a:r>
            <a:r>
              <a:rPr dirty="0" err="1">
                <a:latin typeface="Californian FB" panose="0207040306080B030204" pitchFamily="18" charset="0"/>
              </a:rPr>
              <a:t>Definir</a:t>
            </a:r>
            <a:r>
              <a:rPr dirty="0">
                <a:latin typeface="Californian FB" panose="0207040306080B030204" pitchFamily="18" charset="0"/>
              </a:rPr>
              <a:t> la </a:t>
            </a:r>
            <a:r>
              <a:rPr dirty="0" err="1">
                <a:latin typeface="Californian FB" panose="0207040306080B030204" pitchFamily="18" charset="0"/>
              </a:rPr>
              <a:t>señal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2. </a:t>
            </a:r>
            <a:r>
              <a:rPr dirty="0" err="1">
                <a:latin typeface="Californian FB" panose="0207040306080B030204" pitchFamily="18" charset="0"/>
              </a:rPr>
              <a:t>Calcular</a:t>
            </a:r>
            <a:r>
              <a:rPr dirty="0">
                <a:latin typeface="Californian FB" panose="0207040306080B030204" pitchFamily="18" charset="0"/>
              </a:rPr>
              <a:t> la FFT.</a:t>
            </a: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3. </a:t>
            </a:r>
            <a:r>
              <a:rPr dirty="0" err="1">
                <a:latin typeface="Californian FB" panose="0207040306080B030204" pitchFamily="18" charset="0"/>
              </a:rPr>
              <a:t>Obtener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magnitud</a:t>
            </a:r>
            <a:r>
              <a:rPr dirty="0">
                <a:latin typeface="Californian FB" panose="0207040306080B030204" pitchFamily="18" charset="0"/>
              </a:rPr>
              <a:t> y </a:t>
            </a:r>
            <a:r>
              <a:rPr dirty="0" err="1">
                <a:latin typeface="Californian FB" panose="0207040306080B030204" pitchFamily="18" charset="0"/>
              </a:rPr>
              <a:t>fase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4. </a:t>
            </a:r>
            <a:r>
              <a:rPr dirty="0" err="1">
                <a:latin typeface="Californian FB" panose="0207040306080B030204" pitchFamily="18" charset="0"/>
              </a:rPr>
              <a:t>Graficar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resultados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9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5. </a:t>
            </a:r>
            <a:r>
              <a:rPr dirty="0" err="1">
                <a:latin typeface="Californian FB" panose="0207040306080B030204" pitchFamily="18" charset="0"/>
              </a:rPr>
              <a:t>Interpretar</a:t>
            </a:r>
            <a:r>
              <a:rPr dirty="0">
                <a:latin typeface="Californian FB" panose="0207040306080B030204" pitchFamily="18" charset="0"/>
              </a:rPr>
              <a:t> el </a:t>
            </a:r>
            <a:r>
              <a:rPr dirty="0" err="1">
                <a:latin typeface="Californian FB" panose="0207040306080B030204" pitchFamily="18" charset="0"/>
              </a:rPr>
              <a:t>espectro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1C31A10-81A9-00E3-2CEE-A5F26220FF20}"/>
              </a:ext>
            </a:extLst>
          </p:cNvPr>
          <p:cNvSpPr txBox="1"/>
          <p:nvPr/>
        </p:nvSpPr>
        <p:spPr>
          <a:xfrm>
            <a:off x="6969499" y="6053554"/>
            <a:ext cx="450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>
                <a:latin typeface="Californian FB" panose="0207040306080B030204" pitchFamily="18" charset="0"/>
              </a:rPr>
              <a:t>Codigo</a:t>
            </a:r>
            <a:r>
              <a:rPr lang="es-MX" b="1" dirty="0">
                <a:latin typeface="Californian FB" panose="0207040306080B030204" pitchFamily="18" charset="0"/>
              </a:rPr>
              <a:t> completo en el ZIP del proyecto</a:t>
            </a:r>
          </a:p>
        </p:txBody>
      </p:sp>
    </p:spTree>
    <p:extLst>
      <p:ext uri="{BB962C8B-B14F-4D97-AF65-F5344CB8AC3E}">
        <p14:creationId xmlns:p14="http://schemas.microsoft.com/office/powerpoint/2010/main" val="238586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137">
        <p:fade/>
      </p:transition>
    </mc:Choice>
    <mc:Fallback xmlns="">
      <p:transition spd="med" advTm="30137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FD45B14-3545-2BA4-55F0-3B73689119AD}"/>
              </a:ext>
            </a:extLst>
          </p:cNvPr>
          <p:cNvSpPr txBox="1"/>
          <p:nvPr/>
        </p:nvSpPr>
        <p:spPr>
          <a:xfrm>
            <a:off x="333336" y="73479"/>
            <a:ext cx="553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 err="1">
                <a:solidFill>
                  <a:schemeClr val="bg1"/>
                </a:solidFill>
                <a:latin typeface="Californian FB" panose="0207040306080B030204" pitchFamily="18" charset="0"/>
              </a:rPr>
              <a:t>Concluciones</a:t>
            </a:r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 y aplicaciones 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89F11589-B849-FF12-4E0A-3DCD56135FE2}"/>
              </a:ext>
            </a:extLst>
          </p:cNvPr>
          <p:cNvSpPr txBox="1"/>
          <p:nvPr/>
        </p:nvSpPr>
        <p:spPr>
          <a:xfrm>
            <a:off x="731520" y="1234440"/>
            <a:ext cx="52120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F2D5C"/>
                </a:solidFill>
                <a:latin typeface="Aptos"/>
              </a:defRPr>
            </a:pPr>
            <a:r>
              <a:rPr dirty="0" err="1">
                <a:latin typeface="Californian FB" panose="0207040306080B030204" pitchFamily="18" charset="0"/>
              </a:rPr>
              <a:t>Conclusiones</a:t>
            </a:r>
            <a:endParaRPr dirty="0">
              <a:latin typeface="Californian FB" panose="0207040306080B030204" pitchFamily="18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FCC82FD-4E33-337B-5B0A-156FA8B2D060}"/>
              </a:ext>
            </a:extLst>
          </p:cNvPr>
          <p:cNvSpPr txBox="1"/>
          <p:nvPr/>
        </p:nvSpPr>
        <p:spPr>
          <a:xfrm>
            <a:off x="731520" y="1828800"/>
            <a:ext cx="512064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El </a:t>
            </a:r>
            <a:r>
              <a:rPr dirty="0" err="1">
                <a:latin typeface="Californian FB" panose="0207040306080B030204" pitchFamily="18" charset="0"/>
              </a:rPr>
              <a:t>pulso</a:t>
            </a:r>
            <a:r>
              <a:rPr dirty="0">
                <a:latin typeface="Californian FB" panose="0207040306080B030204" pitchFamily="18" charset="0"/>
              </a:rPr>
              <a:t> rectangular y el </a:t>
            </a:r>
            <a:r>
              <a:rPr dirty="0" err="1">
                <a:latin typeface="Californian FB" panose="0207040306080B030204" pitchFamily="18" charset="0"/>
              </a:rPr>
              <a:t>escalón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contienen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múltiples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componentes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frecuencia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La </a:t>
            </a:r>
            <a:r>
              <a:rPr dirty="0" err="1">
                <a:latin typeface="Californian FB" panose="0207040306080B030204" pitchFamily="18" charset="0"/>
              </a:rPr>
              <a:t>sinusoide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concentra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su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componente</a:t>
            </a:r>
            <a:r>
              <a:rPr dirty="0">
                <a:latin typeface="Californian FB" panose="0207040306080B030204" pitchFamily="18" charset="0"/>
              </a:rPr>
              <a:t> principal </a:t>
            </a:r>
            <a:r>
              <a:rPr dirty="0" err="1">
                <a:latin typeface="Californian FB" panose="0207040306080B030204" pitchFamily="18" charset="0"/>
              </a:rPr>
              <a:t>en</a:t>
            </a:r>
            <a:r>
              <a:rPr dirty="0">
                <a:latin typeface="Californian FB" panose="0207040306080B030204" pitchFamily="18" charset="0"/>
              </a:rPr>
              <a:t> 10 Hz.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La </a:t>
            </a:r>
            <a:r>
              <a:rPr dirty="0" err="1">
                <a:latin typeface="Californian FB" panose="0207040306080B030204" pitchFamily="18" charset="0"/>
              </a:rPr>
              <a:t>linealidad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permite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combinar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análisis</a:t>
            </a:r>
            <a:r>
              <a:rPr dirty="0">
                <a:latin typeface="Californian FB" panose="0207040306080B030204" pitchFamily="18" charset="0"/>
              </a:rPr>
              <a:t>; el </a:t>
            </a:r>
            <a:r>
              <a:rPr dirty="0" err="1">
                <a:latin typeface="Californian FB" panose="0207040306080B030204" pitchFamily="18" charset="0"/>
              </a:rPr>
              <a:t>desplazamiento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afecta</a:t>
            </a:r>
            <a:r>
              <a:rPr dirty="0">
                <a:latin typeface="Californian FB" panose="0207040306080B030204" pitchFamily="18" charset="0"/>
              </a:rPr>
              <a:t> la </a:t>
            </a:r>
            <a:r>
              <a:rPr dirty="0" err="1">
                <a:latin typeface="Californian FB" panose="0207040306080B030204" pitchFamily="18" charset="0"/>
              </a:rPr>
              <a:t>fase</a:t>
            </a:r>
            <a:r>
              <a:rPr dirty="0">
                <a:latin typeface="Californian FB" panose="0207040306080B030204" pitchFamily="18" charset="0"/>
              </a:rPr>
              <a:t> y el </a:t>
            </a:r>
            <a:r>
              <a:rPr dirty="0" err="1">
                <a:latin typeface="Californian FB" panose="0207040306080B030204" pitchFamily="18" charset="0"/>
              </a:rPr>
              <a:t>escalamiento</a:t>
            </a:r>
            <a:r>
              <a:rPr dirty="0">
                <a:latin typeface="Californian FB" panose="0207040306080B030204" pitchFamily="18" charset="0"/>
              </a:rPr>
              <a:t> cambia la </a:t>
            </a:r>
            <a:r>
              <a:rPr dirty="0" err="1">
                <a:latin typeface="Californian FB" panose="0207040306080B030204" pitchFamily="18" charset="0"/>
              </a:rPr>
              <a:t>distribución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frecuencias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La FFT </a:t>
            </a:r>
            <a:r>
              <a:rPr dirty="0" err="1">
                <a:latin typeface="Californian FB" panose="0207040306080B030204" pitchFamily="18" charset="0"/>
              </a:rPr>
              <a:t>ayuda</a:t>
            </a:r>
            <a:r>
              <a:rPr dirty="0">
                <a:latin typeface="Californian FB" panose="0207040306080B030204" pitchFamily="18" charset="0"/>
              </a:rPr>
              <a:t> a </a:t>
            </a:r>
            <a:r>
              <a:rPr dirty="0" err="1">
                <a:latin typeface="Californian FB" panose="0207040306080B030204" pitchFamily="18" charset="0"/>
              </a:rPr>
              <a:t>interpretar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señales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manera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eficiente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A21C098-4BA6-3F3A-5114-49D8847D4F01}"/>
              </a:ext>
            </a:extLst>
          </p:cNvPr>
          <p:cNvSpPr txBox="1"/>
          <p:nvPr/>
        </p:nvSpPr>
        <p:spPr>
          <a:xfrm>
            <a:off x="6400800" y="1234440"/>
            <a:ext cx="47548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F2D5C"/>
                </a:solidFill>
                <a:latin typeface="Aptos"/>
              </a:defRPr>
            </a:pPr>
            <a:r>
              <a:rPr dirty="0" err="1">
                <a:latin typeface="Californian FB" panose="0207040306080B030204" pitchFamily="18" charset="0"/>
              </a:rPr>
              <a:t>Aplicaciones</a:t>
            </a:r>
            <a:r>
              <a:rPr dirty="0">
                <a:latin typeface="Californian FB" panose="0207040306080B030204" pitchFamily="18" charset="0"/>
              </a:rPr>
              <a:t> reales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95B7A40C-C89D-DBEC-5485-55D3F8AA3246}"/>
              </a:ext>
            </a:extLst>
          </p:cNvPr>
          <p:cNvSpPr txBox="1"/>
          <p:nvPr/>
        </p:nvSpPr>
        <p:spPr>
          <a:xfrm>
            <a:off x="6400800" y="1828800"/>
            <a:ext cx="475488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Telecomunicaciones: </a:t>
            </a:r>
            <a:r>
              <a:rPr dirty="0" err="1">
                <a:latin typeface="Californian FB" panose="0207040306080B030204" pitchFamily="18" charset="0"/>
              </a:rPr>
              <a:t>análisis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señales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transmitidas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Audio: </a:t>
            </a:r>
            <a:r>
              <a:rPr dirty="0" err="1">
                <a:latin typeface="Californian FB" panose="0207040306080B030204" pitchFamily="18" charset="0"/>
              </a:rPr>
              <a:t>identificación</a:t>
            </a:r>
            <a:r>
              <a:rPr dirty="0">
                <a:latin typeface="Californian FB" panose="0207040306080B030204" pitchFamily="18" charset="0"/>
              </a:rPr>
              <a:t> de tonos y </a:t>
            </a:r>
            <a:r>
              <a:rPr dirty="0" err="1">
                <a:latin typeface="Californian FB" panose="0207040306080B030204" pitchFamily="18" charset="0"/>
              </a:rPr>
              <a:t>ruido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Industria: </a:t>
            </a:r>
            <a:r>
              <a:rPr dirty="0" err="1">
                <a:latin typeface="Californian FB" panose="0207040306080B030204" pitchFamily="18" charset="0"/>
              </a:rPr>
              <a:t>análisis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vibraciones</a:t>
            </a:r>
            <a:r>
              <a:rPr dirty="0">
                <a:latin typeface="Californian FB" panose="0207040306080B030204" pitchFamily="18" charset="0"/>
              </a:rPr>
              <a:t> para </a:t>
            </a:r>
            <a:r>
              <a:rPr dirty="0" err="1">
                <a:latin typeface="Californian FB" panose="0207040306080B030204" pitchFamily="18" charset="0"/>
              </a:rPr>
              <a:t>detectar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fallas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endParaRPr dirty="0">
              <a:latin typeface="Californian FB" panose="0207040306080B030204" pitchFamily="18" charset="0"/>
            </a:endParaRPr>
          </a:p>
          <a:p>
            <a:pPr>
              <a:spcAft>
                <a:spcPts val="700"/>
              </a:spcAft>
              <a:defRPr sz="1800" b="0">
                <a:solidFill>
                  <a:srgbClr val="232D3C"/>
                </a:solidFill>
                <a:latin typeface="Aptos"/>
              </a:defRPr>
            </a:pPr>
            <a:r>
              <a:rPr dirty="0">
                <a:latin typeface="Californian FB" panose="0207040306080B030204" pitchFamily="18" charset="0"/>
              </a:rPr>
              <a:t>• Medicina: </a:t>
            </a:r>
            <a:r>
              <a:rPr dirty="0" err="1">
                <a:latin typeface="Californian FB" panose="0207040306080B030204" pitchFamily="18" charset="0"/>
              </a:rPr>
              <a:t>procesamiento</a:t>
            </a:r>
            <a:r>
              <a:rPr dirty="0">
                <a:latin typeface="Californian FB" panose="0207040306080B030204" pitchFamily="18" charset="0"/>
              </a:rPr>
              <a:t> de </a:t>
            </a:r>
            <a:r>
              <a:rPr dirty="0" err="1">
                <a:latin typeface="Californian FB" panose="0207040306080B030204" pitchFamily="18" charset="0"/>
              </a:rPr>
              <a:t>señales</a:t>
            </a:r>
            <a:r>
              <a:rPr dirty="0">
                <a:latin typeface="Californian FB" panose="0207040306080B030204" pitchFamily="18" charset="0"/>
              </a:rPr>
              <a:t> </a:t>
            </a:r>
            <a:r>
              <a:rPr dirty="0" err="1">
                <a:latin typeface="Californian FB" panose="0207040306080B030204" pitchFamily="18" charset="0"/>
              </a:rPr>
              <a:t>biomédicas</a:t>
            </a:r>
            <a:r>
              <a:rPr dirty="0">
                <a:latin typeface="Californian FB" panose="0207040306080B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8644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CED0-E5BE-23E1-CD03-1FAD6EDF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AF922C5-0F73-23CD-6840-766AA45C4226}"/>
              </a:ext>
            </a:extLst>
          </p:cNvPr>
          <p:cNvSpPr txBox="1"/>
          <p:nvPr/>
        </p:nvSpPr>
        <p:spPr>
          <a:xfrm>
            <a:off x="333336" y="73479"/>
            <a:ext cx="2727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 err="1">
                <a:solidFill>
                  <a:schemeClr val="bg1"/>
                </a:solidFill>
                <a:latin typeface="Californian FB" panose="0207040306080B030204" pitchFamily="18" charset="0"/>
              </a:rPr>
              <a:t>Concluciones</a:t>
            </a:r>
            <a:endParaRPr lang="es-MX" sz="36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10A8F4-A9CF-3C2E-443F-0A969796240F}"/>
              </a:ext>
            </a:extLst>
          </p:cNvPr>
          <p:cNvSpPr txBox="1"/>
          <p:nvPr/>
        </p:nvSpPr>
        <p:spPr>
          <a:xfrm>
            <a:off x="590162" y="998631"/>
            <a:ext cx="94775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actividad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permitió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observar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transformada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Fourier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facilita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el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análisis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señales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al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mostrar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sus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componentes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frecuenciales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Las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señales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cambios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abruptos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el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pulso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el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escalón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presentan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componentes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distribuidas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distintas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frecuencias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mientras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señal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senoidal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tiene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pico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claramente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asociado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frecuencia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Las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pruebas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linealidad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desplazamiento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temporal y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comparación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frecuencias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ilustran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propiedades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útiles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el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procesamiento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señales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También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debe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considerarse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FFT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analiza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muestras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finitas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lo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que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resultados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dependen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frecuencia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muestreo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de la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duración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elegida</a:t>
            </a:r>
            <a:r>
              <a:rPr lang="en-US" sz="2000" dirty="0">
                <a:effectLst/>
                <a:latin typeface="Californian FB" panose="0207040306080B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MX" sz="2000" dirty="0">
              <a:effectLst/>
              <a:latin typeface="Californian FB" panose="0207040306080B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08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3326-DC30-7BD0-9CB1-58109522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E9D11B0-A0CA-9CF8-8EA6-2E985DD8B988}"/>
              </a:ext>
            </a:extLst>
          </p:cNvPr>
          <p:cNvSpPr txBox="1"/>
          <p:nvPr/>
        </p:nvSpPr>
        <p:spPr>
          <a:xfrm>
            <a:off x="333336" y="73479"/>
            <a:ext cx="2270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>
                <a:solidFill>
                  <a:schemeClr val="bg1"/>
                </a:solidFill>
                <a:latin typeface="Californian FB" panose="0207040306080B030204" pitchFamily="18" charset="0"/>
              </a:rPr>
              <a:t>Referencia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9755EE-34F1-37F9-8713-3E0ACCAF77C1}"/>
              </a:ext>
            </a:extLst>
          </p:cNvPr>
          <p:cNvSpPr txBox="1"/>
          <p:nvPr/>
        </p:nvSpPr>
        <p:spPr>
          <a:xfrm>
            <a:off x="1028699" y="933317"/>
            <a:ext cx="7032949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NumPy. (s. f.). NumPy documentation. https://numpy.org/doc/</a:t>
            </a:r>
            <a:endParaRPr lang="es-MX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Matplotlib. (s. f.). Matplotlib documentation. https://matplotlib.org/stable/</a:t>
            </a:r>
            <a:endParaRPr lang="es-MX" sz="1800" dirty="0">
              <a:effectLst/>
              <a:latin typeface="+mn-lt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Nota: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agrega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aquí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cualquier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libro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apunte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clase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fuente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adicional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que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hayas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consultado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ajusta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los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datos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portada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antes de </a:t>
            </a:r>
            <a:r>
              <a:rPr lang="en-US" sz="1800" dirty="0" err="1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entregar</a:t>
            </a:r>
            <a:r>
              <a:rPr lang="en-US" sz="1800" dirty="0"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MX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769612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ecb0f97-ad14-4987-8c2b-cd2bb4e8208a}" enabled="0" method="" siteId="{7ecb0f97-ad14-4987-8c2b-cd2bb4e8208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Segmento</Template>
  <TotalTime>621</TotalTime>
  <Words>1383</Words>
  <Application>Microsoft Office PowerPoint</Application>
  <PresentationFormat>Panorámica</PresentationFormat>
  <Paragraphs>133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Aptos</vt:lpstr>
      <vt:lpstr>Arial</vt:lpstr>
      <vt:lpstr>Bodoni MT Black</vt:lpstr>
      <vt:lpstr>Californian FB</vt:lpstr>
      <vt:lpstr>Cambria</vt:lpstr>
      <vt:lpstr>Century Gothic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Yazaki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Monica Gabriela Torres Torres</dc:creator>
  <cp:keywords>SECRET/PROPRIETARY</cp:keywords>
  <cp:lastModifiedBy>Monica Gabriela Torres Torres</cp:lastModifiedBy>
  <cp:revision>4</cp:revision>
  <dcterms:created xsi:type="dcterms:W3CDTF">2026-03-17T18:40:52Z</dcterms:created>
  <dcterms:modified xsi:type="dcterms:W3CDTF">2026-10-12T17:58:37Z</dcterms:modified>
</cp:coreProperties>
</file>